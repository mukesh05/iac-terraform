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5" r:id="rId4"/>
  </p:sldMasterIdLst>
  <p:notesMasterIdLst>
    <p:notesMasterId r:id="rId9"/>
  </p:notesMasterIdLst>
  <p:sldIdLst>
    <p:sldId id="278" r:id="rId5"/>
    <p:sldId id="279" r:id="rId6"/>
    <p:sldId id="280" r:id="rId7"/>
    <p:sldId id="281" r:id="rId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70AD"/>
    <a:srgbClr val="383B4E"/>
    <a:srgbClr val="0058A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F3F52E7-04A2-48B3-A4B7-6DB812911D0E}" v="1710" dt="2026-08-27T10:39:11.21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2308" autoAdjust="0"/>
  </p:normalViewPr>
  <p:slideViewPr>
    <p:cSldViewPr snapToGrid="0" snapToObjects="1">
      <p:cViewPr>
        <p:scale>
          <a:sx n="66" d="100"/>
          <a:sy n="66" d="100"/>
        </p:scale>
        <p:origin x="576" y="-2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theme" Target="theme/theme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viewProps" Target="viewProps.xml"/><Relationship Id="rId5" Type="http://schemas.openxmlformats.org/officeDocument/2006/relationships/slide" Target="slides/slide1.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ndaru, Vidisha" userId="471cfef3-971e-4708-914d-6fbe5c1fadd4" providerId="ADAL" clId="{C519AAFB-FB5F-4B36-B714-7CB9AC607B2D}"/>
    <pc:docChg chg="undo custSel addSld delSld modSld delMainMaster">
      <pc:chgData name="Bandaru, Vidisha" userId="471cfef3-971e-4708-914d-6fbe5c1fadd4" providerId="ADAL" clId="{C519AAFB-FB5F-4B36-B714-7CB9AC607B2D}" dt="2026-08-27T10:39:11.211" v="1707" actId="20577"/>
      <pc:docMkLst>
        <pc:docMk/>
      </pc:docMkLst>
      <pc:sldChg chg="addSp delSp modSp add mod modNotesTx">
        <pc:chgData name="Bandaru, Vidisha" userId="471cfef3-971e-4708-914d-6fbe5c1fadd4" providerId="ADAL" clId="{C519AAFB-FB5F-4B36-B714-7CB9AC607B2D}" dt="2026-08-27T10:39:11.211" v="1707" actId="20577"/>
        <pc:sldMkLst>
          <pc:docMk/>
          <pc:sldMk cId="2865732989" sldId="278"/>
        </pc:sldMkLst>
        <pc:spChg chg="add mod">
          <ac:chgData name="Bandaru, Vidisha" userId="471cfef3-971e-4708-914d-6fbe5c1fadd4" providerId="ADAL" clId="{C519AAFB-FB5F-4B36-B714-7CB9AC607B2D}" dt="2026-08-27T07:41:55.144" v="266" actId="20577"/>
          <ac:spMkLst>
            <pc:docMk/>
            <pc:sldMk cId="2865732989" sldId="278"/>
            <ac:spMk id="4" creationId="{FFF9307D-74D7-8AB7-D2A0-98979445D6D8}"/>
          </ac:spMkLst>
        </pc:spChg>
        <pc:spChg chg="add">
          <ac:chgData name="Bandaru, Vidisha" userId="471cfef3-971e-4708-914d-6fbe5c1fadd4" providerId="ADAL" clId="{C519AAFB-FB5F-4B36-B714-7CB9AC607B2D}" dt="2026-08-27T07:49:19.887" v="371" actId="22"/>
          <ac:spMkLst>
            <pc:docMk/>
            <pc:sldMk cId="2865732989" sldId="278"/>
            <ac:spMk id="8" creationId="{78A95CAE-1405-6D7D-BFD1-BC4D4BCD7811}"/>
          </ac:spMkLst>
        </pc:spChg>
        <pc:spChg chg="add">
          <ac:chgData name="Bandaru, Vidisha" userId="471cfef3-971e-4708-914d-6fbe5c1fadd4" providerId="ADAL" clId="{C519AAFB-FB5F-4B36-B714-7CB9AC607B2D}" dt="2026-08-27T07:49:26.725" v="372" actId="22"/>
          <ac:spMkLst>
            <pc:docMk/>
            <pc:sldMk cId="2865732989" sldId="278"/>
            <ac:spMk id="10" creationId="{7C80C8B3-F34B-3255-CE9E-752372A619C6}"/>
          </ac:spMkLst>
        </pc:spChg>
        <pc:spChg chg="add">
          <ac:chgData name="Bandaru, Vidisha" userId="471cfef3-971e-4708-914d-6fbe5c1fadd4" providerId="ADAL" clId="{C519AAFB-FB5F-4B36-B714-7CB9AC607B2D}" dt="2026-08-27T07:49:26.725" v="372" actId="22"/>
          <ac:spMkLst>
            <pc:docMk/>
            <pc:sldMk cId="2865732989" sldId="278"/>
            <ac:spMk id="12" creationId="{A662B8DE-ED8F-DD86-1894-98BBD14BFA69}"/>
          </ac:spMkLst>
        </pc:spChg>
        <pc:spChg chg="add mod">
          <ac:chgData name="Bandaru, Vidisha" userId="471cfef3-971e-4708-914d-6fbe5c1fadd4" providerId="ADAL" clId="{C519AAFB-FB5F-4B36-B714-7CB9AC607B2D}" dt="2026-08-27T07:53:54.705" v="552" actId="1076"/>
          <ac:spMkLst>
            <pc:docMk/>
            <pc:sldMk cId="2865732989" sldId="278"/>
            <ac:spMk id="14" creationId="{45D1C30E-0691-AEB5-CE72-D3BFD8AB12F1}"/>
          </ac:spMkLst>
        </pc:spChg>
        <pc:spChg chg="mod">
          <ac:chgData name="Bandaru, Vidisha" userId="471cfef3-971e-4708-914d-6fbe5c1fadd4" providerId="ADAL" clId="{C519AAFB-FB5F-4B36-B714-7CB9AC607B2D}" dt="2026-08-27T08:12:09.992" v="1118" actId="20577"/>
          <ac:spMkLst>
            <pc:docMk/>
            <pc:sldMk cId="2865732989" sldId="278"/>
            <ac:spMk id="15" creationId="{DB5D4A25-9AD2-89D3-C953-17D9B5D9D230}"/>
          </ac:spMkLst>
        </pc:spChg>
        <pc:spChg chg="add mod">
          <ac:chgData name="Bandaru, Vidisha" userId="471cfef3-971e-4708-914d-6fbe5c1fadd4" providerId="ADAL" clId="{C519AAFB-FB5F-4B36-B714-7CB9AC607B2D}" dt="2026-08-27T07:59:11.538" v="703" actId="14100"/>
          <ac:spMkLst>
            <pc:docMk/>
            <pc:sldMk cId="2865732989" sldId="278"/>
            <ac:spMk id="19" creationId="{AE9FAFA2-6715-1721-68B4-5198F56CAB7E}"/>
          </ac:spMkLst>
        </pc:spChg>
        <pc:spChg chg="add mod">
          <ac:chgData name="Bandaru, Vidisha" userId="471cfef3-971e-4708-914d-6fbe5c1fadd4" providerId="ADAL" clId="{C519AAFB-FB5F-4B36-B714-7CB9AC607B2D}" dt="2026-08-27T08:02:55.355" v="786" actId="27636"/>
          <ac:spMkLst>
            <pc:docMk/>
            <pc:sldMk cId="2865732989" sldId="278"/>
            <ac:spMk id="22" creationId="{76B9C6ED-14F1-BF45-70FE-5C7BD3B76D5E}"/>
          </ac:spMkLst>
        </pc:spChg>
        <pc:spChg chg="add mod">
          <ac:chgData name="Bandaru, Vidisha" userId="471cfef3-971e-4708-914d-6fbe5c1fadd4" providerId="ADAL" clId="{C519AAFB-FB5F-4B36-B714-7CB9AC607B2D}" dt="2026-08-27T07:58:28.293" v="697" actId="207"/>
          <ac:spMkLst>
            <pc:docMk/>
            <pc:sldMk cId="2865732989" sldId="278"/>
            <ac:spMk id="24" creationId="{5ACED34D-9354-F019-03E2-860692AF6155}"/>
          </ac:spMkLst>
        </pc:spChg>
        <pc:spChg chg="add mod">
          <ac:chgData name="Bandaru, Vidisha" userId="471cfef3-971e-4708-914d-6fbe5c1fadd4" providerId="ADAL" clId="{C519AAFB-FB5F-4B36-B714-7CB9AC607B2D}" dt="2026-08-27T07:58:44.444" v="700"/>
          <ac:spMkLst>
            <pc:docMk/>
            <pc:sldMk cId="2865732989" sldId="278"/>
            <ac:spMk id="26" creationId="{991F27B2-B283-F4BD-F0F9-086AC0F918B7}"/>
          </ac:spMkLst>
        </pc:spChg>
        <pc:spChg chg="add mod">
          <ac:chgData name="Bandaru, Vidisha" userId="471cfef3-971e-4708-914d-6fbe5c1fadd4" providerId="ADAL" clId="{C519AAFB-FB5F-4B36-B714-7CB9AC607B2D}" dt="2026-08-27T08:00:06.974" v="759" actId="404"/>
          <ac:spMkLst>
            <pc:docMk/>
            <pc:sldMk cId="2865732989" sldId="278"/>
            <ac:spMk id="29" creationId="{FC46F444-83B0-CE22-1267-003988E21EFD}"/>
          </ac:spMkLst>
        </pc:spChg>
        <pc:spChg chg="mod">
          <ac:chgData name="Bandaru, Vidisha" userId="471cfef3-971e-4708-914d-6fbe5c1fadd4" providerId="ADAL" clId="{C519AAFB-FB5F-4B36-B714-7CB9AC607B2D}" dt="2026-08-27T07:49:45.272" v="374" actId="20577"/>
          <ac:spMkLst>
            <pc:docMk/>
            <pc:sldMk cId="2865732989" sldId="278"/>
            <ac:spMk id="54" creationId="{2DD6209C-2432-63DC-1A4C-99B3C0857B3D}"/>
          </ac:spMkLst>
        </pc:spChg>
        <pc:spChg chg="mod">
          <ac:chgData name="Bandaru, Vidisha" userId="471cfef3-971e-4708-914d-6fbe5c1fadd4" providerId="ADAL" clId="{C519AAFB-FB5F-4B36-B714-7CB9AC607B2D}" dt="2026-08-27T07:50:06.563" v="415" actId="1076"/>
          <ac:spMkLst>
            <pc:docMk/>
            <pc:sldMk cId="2865732989" sldId="278"/>
            <ac:spMk id="58" creationId="{8838CB1C-22D7-6158-C1AC-04FB2E7EF786}"/>
          </ac:spMkLst>
        </pc:spChg>
        <pc:spChg chg="mod">
          <ac:chgData name="Bandaru, Vidisha" userId="471cfef3-971e-4708-914d-6fbe5c1fadd4" providerId="ADAL" clId="{C519AAFB-FB5F-4B36-B714-7CB9AC607B2D}" dt="2026-08-27T07:49:54.131" v="395" actId="20577"/>
          <ac:spMkLst>
            <pc:docMk/>
            <pc:sldMk cId="2865732989" sldId="278"/>
            <ac:spMk id="64" creationId="{0934EB71-9129-BB39-D102-4832108E924A}"/>
          </ac:spMkLst>
        </pc:spChg>
        <pc:spChg chg="mod">
          <ac:chgData name="Bandaru, Vidisha" userId="471cfef3-971e-4708-914d-6fbe5c1fadd4" providerId="ADAL" clId="{C519AAFB-FB5F-4B36-B714-7CB9AC607B2D}" dt="2026-08-27T07:50:00.074" v="413" actId="20577"/>
          <ac:spMkLst>
            <pc:docMk/>
            <pc:sldMk cId="2865732989" sldId="278"/>
            <ac:spMk id="66" creationId="{A73CDDC0-148F-9EE0-A3BB-99FEE51C8D05}"/>
          </ac:spMkLst>
        </pc:spChg>
        <pc:spChg chg="mod">
          <ac:chgData name="Bandaru, Vidisha" userId="471cfef3-971e-4708-914d-6fbe5c1fadd4" providerId="ADAL" clId="{C519AAFB-FB5F-4B36-B714-7CB9AC607B2D}" dt="2026-08-27T07:53:48.107" v="548" actId="1076"/>
          <ac:spMkLst>
            <pc:docMk/>
            <pc:sldMk cId="2865732989" sldId="278"/>
            <ac:spMk id="93" creationId="{DE3A2A44-A745-7CA0-D5F3-8D6511F9236E}"/>
          </ac:spMkLst>
        </pc:spChg>
        <pc:spChg chg="mod">
          <ac:chgData name="Bandaru, Vidisha" userId="471cfef3-971e-4708-914d-6fbe5c1fadd4" providerId="ADAL" clId="{C519AAFB-FB5F-4B36-B714-7CB9AC607B2D}" dt="2026-08-27T07:53:48.107" v="548" actId="1076"/>
          <ac:spMkLst>
            <pc:docMk/>
            <pc:sldMk cId="2865732989" sldId="278"/>
            <ac:spMk id="95" creationId="{48AC05CC-F4A5-EC63-7DE8-40ECD49ACB48}"/>
          </ac:spMkLst>
        </pc:spChg>
        <pc:spChg chg="mod">
          <ac:chgData name="Bandaru, Vidisha" userId="471cfef3-971e-4708-914d-6fbe5c1fadd4" providerId="ADAL" clId="{C519AAFB-FB5F-4B36-B714-7CB9AC607B2D}" dt="2026-08-27T07:54:10.784" v="553" actId="1076"/>
          <ac:spMkLst>
            <pc:docMk/>
            <pc:sldMk cId="2865732989" sldId="278"/>
            <ac:spMk id="137" creationId="{A89FD5DF-0B7F-F677-E299-9DCF66DAE652}"/>
          </ac:spMkLst>
        </pc:spChg>
        <pc:spChg chg="mod">
          <ac:chgData name="Bandaru, Vidisha" userId="471cfef3-971e-4708-914d-6fbe5c1fadd4" providerId="ADAL" clId="{C519AAFB-FB5F-4B36-B714-7CB9AC607B2D}" dt="2026-08-27T07:59:56.860" v="755" actId="403"/>
          <ac:spMkLst>
            <pc:docMk/>
            <pc:sldMk cId="2865732989" sldId="278"/>
            <ac:spMk id="139" creationId="{827DB8CE-8987-862A-561B-F822A2BFB034}"/>
          </ac:spMkLst>
        </pc:spChg>
        <pc:spChg chg="mod">
          <ac:chgData name="Bandaru, Vidisha" userId="471cfef3-971e-4708-914d-6fbe5c1fadd4" providerId="ADAL" clId="{C519AAFB-FB5F-4B36-B714-7CB9AC607B2D}" dt="2026-08-27T07:57:39.118" v="681" actId="1076"/>
          <ac:spMkLst>
            <pc:docMk/>
            <pc:sldMk cId="2865732989" sldId="278"/>
            <ac:spMk id="149" creationId="{89F12984-BC67-CC55-2597-4251A823AC21}"/>
          </ac:spMkLst>
        </pc:spChg>
        <pc:spChg chg="mod">
          <ac:chgData name="Bandaru, Vidisha" userId="471cfef3-971e-4708-914d-6fbe5c1fadd4" providerId="ADAL" clId="{C519AAFB-FB5F-4B36-B714-7CB9AC607B2D}" dt="2026-08-27T06:20:11.788" v="82" actId="207"/>
          <ac:spMkLst>
            <pc:docMk/>
            <pc:sldMk cId="2865732989" sldId="278"/>
            <ac:spMk id="153" creationId="{E2E408D1-4352-6B2F-608F-F109A099AE14}"/>
          </ac:spMkLst>
        </pc:spChg>
        <pc:spChg chg="mod">
          <ac:chgData name="Bandaru, Vidisha" userId="471cfef3-971e-4708-914d-6fbe5c1fadd4" providerId="ADAL" clId="{C519AAFB-FB5F-4B36-B714-7CB9AC607B2D}" dt="2026-08-27T07:59:11.538" v="703" actId="14100"/>
          <ac:spMkLst>
            <pc:docMk/>
            <pc:sldMk cId="2865732989" sldId="278"/>
            <ac:spMk id="155" creationId="{94066558-84BC-C776-7F4D-059D9994087B}"/>
          </ac:spMkLst>
        </pc:spChg>
        <pc:spChg chg="mod">
          <ac:chgData name="Bandaru, Vidisha" userId="471cfef3-971e-4708-914d-6fbe5c1fadd4" providerId="ADAL" clId="{C519AAFB-FB5F-4B36-B714-7CB9AC607B2D}" dt="2026-08-27T07:56:56.991" v="665" actId="20577"/>
          <ac:spMkLst>
            <pc:docMk/>
            <pc:sldMk cId="2865732989" sldId="278"/>
            <ac:spMk id="159" creationId="{1C42B93D-B45A-5390-04EC-A91FD0C31B80}"/>
          </ac:spMkLst>
        </pc:spChg>
        <pc:spChg chg="mod">
          <ac:chgData name="Bandaru, Vidisha" userId="471cfef3-971e-4708-914d-6fbe5c1fadd4" providerId="ADAL" clId="{C519AAFB-FB5F-4B36-B714-7CB9AC607B2D}" dt="2026-08-27T07:58:28.293" v="697" actId="207"/>
          <ac:spMkLst>
            <pc:docMk/>
            <pc:sldMk cId="2865732989" sldId="278"/>
            <ac:spMk id="161" creationId="{B8A0D7DC-0040-67FB-1669-CC4D5AA37DD4}"/>
          </ac:spMkLst>
        </pc:spChg>
        <pc:spChg chg="mod">
          <ac:chgData name="Bandaru, Vidisha" userId="471cfef3-971e-4708-914d-6fbe5c1fadd4" providerId="ADAL" clId="{C519AAFB-FB5F-4B36-B714-7CB9AC607B2D}" dt="2026-08-27T07:57:07.959" v="669" actId="27636"/>
          <ac:spMkLst>
            <pc:docMk/>
            <pc:sldMk cId="2865732989" sldId="278"/>
            <ac:spMk id="163" creationId="{9D204BAB-6B67-F1F1-50B7-AEB0FFDBF2CA}"/>
          </ac:spMkLst>
        </pc:spChg>
        <pc:spChg chg="mod">
          <ac:chgData name="Bandaru, Vidisha" userId="471cfef3-971e-4708-914d-6fbe5c1fadd4" providerId="ADAL" clId="{C519AAFB-FB5F-4B36-B714-7CB9AC607B2D}" dt="2026-08-27T07:59:11.538" v="703" actId="14100"/>
          <ac:spMkLst>
            <pc:docMk/>
            <pc:sldMk cId="2865732989" sldId="278"/>
            <ac:spMk id="165" creationId="{E5C3D3FA-7E88-D896-B13A-026880649441}"/>
          </ac:spMkLst>
        </pc:spChg>
        <pc:spChg chg="mod">
          <ac:chgData name="Bandaru, Vidisha" userId="471cfef3-971e-4708-914d-6fbe5c1fadd4" providerId="ADAL" clId="{C519AAFB-FB5F-4B36-B714-7CB9AC607B2D}" dt="2026-08-27T07:56:53.954" v="663"/>
          <ac:spMkLst>
            <pc:docMk/>
            <pc:sldMk cId="2865732989" sldId="278"/>
            <ac:spMk id="169" creationId="{144F3AF4-48F7-BB4B-4DC0-F969AD70644F}"/>
          </ac:spMkLst>
        </pc:spChg>
        <pc:spChg chg="mod">
          <ac:chgData name="Bandaru, Vidisha" userId="471cfef3-971e-4708-914d-6fbe5c1fadd4" providerId="ADAL" clId="{C519AAFB-FB5F-4B36-B714-7CB9AC607B2D}" dt="2026-08-27T07:58:28.293" v="697" actId="207"/>
          <ac:spMkLst>
            <pc:docMk/>
            <pc:sldMk cId="2865732989" sldId="278"/>
            <ac:spMk id="171" creationId="{2980D5C5-EE7E-BF8B-16C0-043203414455}"/>
          </ac:spMkLst>
        </pc:spChg>
        <pc:spChg chg="mod">
          <ac:chgData name="Bandaru, Vidisha" userId="471cfef3-971e-4708-914d-6fbe5c1fadd4" providerId="ADAL" clId="{C519AAFB-FB5F-4B36-B714-7CB9AC607B2D}" dt="2026-08-27T07:57:18.148" v="673" actId="27636"/>
          <ac:spMkLst>
            <pc:docMk/>
            <pc:sldMk cId="2865732989" sldId="278"/>
            <ac:spMk id="173" creationId="{DD5237D8-68F5-0858-8C02-7589C3E36A2A}"/>
          </ac:spMkLst>
        </pc:spChg>
        <pc:spChg chg="mod">
          <ac:chgData name="Bandaru, Vidisha" userId="471cfef3-971e-4708-914d-6fbe5c1fadd4" providerId="ADAL" clId="{C519AAFB-FB5F-4B36-B714-7CB9AC607B2D}" dt="2026-08-27T07:59:11.538" v="703" actId="14100"/>
          <ac:spMkLst>
            <pc:docMk/>
            <pc:sldMk cId="2865732989" sldId="278"/>
            <ac:spMk id="175" creationId="{846B50C3-8092-571D-D517-6AA50760982B}"/>
          </ac:spMkLst>
        </pc:spChg>
        <pc:spChg chg="mod">
          <ac:chgData name="Bandaru, Vidisha" userId="471cfef3-971e-4708-914d-6fbe5c1fadd4" providerId="ADAL" clId="{C519AAFB-FB5F-4B36-B714-7CB9AC607B2D}" dt="2026-08-27T07:56:47.711" v="662"/>
          <ac:spMkLst>
            <pc:docMk/>
            <pc:sldMk cId="2865732989" sldId="278"/>
            <ac:spMk id="179" creationId="{E78BFDCD-2EA3-503F-C021-31E7898C557D}"/>
          </ac:spMkLst>
        </pc:spChg>
        <pc:spChg chg="mod">
          <ac:chgData name="Bandaru, Vidisha" userId="471cfef3-971e-4708-914d-6fbe5c1fadd4" providerId="ADAL" clId="{C519AAFB-FB5F-4B36-B714-7CB9AC607B2D}" dt="2026-08-27T07:58:28.293" v="697" actId="207"/>
          <ac:spMkLst>
            <pc:docMk/>
            <pc:sldMk cId="2865732989" sldId="278"/>
            <ac:spMk id="181" creationId="{E706FF83-6F42-8C1B-1F17-D9968AD83D34}"/>
          </ac:spMkLst>
        </pc:spChg>
        <pc:spChg chg="mod">
          <ac:chgData name="Bandaru, Vidisha" userId="471cfef3-971e-4708-914d-6fbe5c1fadd4" providerId="ADAL" clId="{C519AAFB-FB5F-4B36-B714-7CB9AC607B2D}" dt="2026-08-27T07:57:26.983" v="675" actId="14100"/>
          <ac:spMkLst>
            <pc:docMk/>
            <pc:sldMk cId="2865732989" sldId="278"/>
            <ac:spMk id="183" creationId="{CAB669DB-58B3-1C21-D9F0-FDD38D87EDB4}"/>
          </ac:spMkLst>
        </pc:spChg>
        <pc:spChg chg="mod">
          <ac:chgData name="Bandaru, Vidisha" userId="471cfef3-971e-4708-914d-6fbe5c1fadd4" providerId="ADAL" clId="{C519AAFB-FB5F-4B36-B714-7CB9AC607B2D}" dt="2026-08-27T07:59:11.538" v="703" actId="14100"/>
          <ac:spMkLst>
            <pc:docMk/>
            <pc:sldMk cId="2865732989" sldId="278"/>
            <ac:spMk id="185" creationId="{1F0FC5F7-6409-B093-37A7-32F116030077}"/>
          </ac:spMkLst>
        </pc:spChg>
        <pc:spChg chg="mod">
          <ac:chgData name="Bandaru, Vidisha" userId="471cfef3-971e-4708-914d-6fbe5c1fadd4" providerId="ADAL" clId="{C519AAFB-FB5F-4B36-B714-7CB9AC607B2D}" dt="2026-08-27T07:55:56.961" v="599" actId="1076"/>
          <ac:spMkLst>
            <pc:docMk/>
            <pc:sldMk cId="2865732989" sldId="278"/>
            <ac:spMk id="189" creationId="{3BAA37D0-D66D-FD58-9D90-09F59385643C}"/>
          </ac:spMkLst>
        </pc:spChg>
        <pc:spChg chg="mod">
          <ac:chgData name="Bandaru, Vidisha" userId="471cfef3-971e-4708-914d-6fbe5c1fadd4" providerId="ADAL" clId="{C519AAFB-FB5F-4B36-B714-7CB9AC607B2D}" dt="2026-08-27T07:58:28.293" v="697" actId="207"/>
          <ac:spMkLst>
            <pc:docMk/>
            <pc:sldMk cId="2865732989" sldId="278"/>
            <ac:spMk id="191" creationId="{04587746-8133-5D35-F45D-6811491DA0A8}"/>
          </ac:spMkLst>
        </pc:spChg>
        <pc:spChg chg="mod">
          <ac:chgData name="Bandaru, Vidisha" userId="471cfef3-971e-4708-914d-6fbe5c1fadd4" providerId="ADAL" clId="{C519AAFB-FB5F-4B36-B714-7CB9AC607B2D}" dt="2026-08-27T07:57:29.663" v="676" actId="1076"/>
          <ac:spMkLst>
            <pc:docMk/>
            <pc:sldMk cId="2865732989" sldId="278"/>
            <ac:spMk id="193" creationId="{D8192F31-D3AF-810A-7234-5874A5090B9A}"/>
          </ac:spMkLst>
        </pc:spChg>
        <pc:graphicFrameChg chg="add mod">
          <ac:chgData name="Bandaru, Vidisha" userId="471cfef3-971e-4708-914d-6fbe5c1fadd4" providerId="ADAL" clId="{C519AAFB-FB5F-4B36-B714-7CB9AC607B2D}" dt="2026-08-27T09:41:19.063" v="1361" actId="207"/>
          <ac:graphicFrameMkLst>
            <pc:docMk/>
            <pc:sldMk cId="2865732989" sldId="278"/>
            <ac:graphicFrameMk id="6" creationId="{C57ADBC4-5080-C1E3-99D8-0B75E60FCD40}"/>
          </ac:graphicFrameMkLst>
        </pc:graphicFrameChg>
      </pc:sldChg>
      <pc:sldChg chg="addSp delSp modSp add mod">
        <pc:chgData name="Bandaru, Vidisha" userId="471cfef3-971e-4708-914d-6fbe5c1fadd4" providerId="ADAL" clId="{C519AAFB-FB5F-4B36-B714-7CB9AC607B2D}" dt="2026-08-27T10:28:38.377" v="1626" actId="20577"/>
        <pc:sldMkLst>
          <pc:docMk/>
          <pc:sldMk cId="3085204684" sldId="279"/>
        </pc:sldMkLst>
        <pc:spChg chg="add mod">
          <ac:chgData name="Bandaru, Vidisha" userId="471cfef3-971e-4708-914d-6fbe5c1fadd4" providerId="ADAL" clId="{C519AAFB-FB5F-4B36-B714-7CB9AC607B2D}" dt="2026-08-27T06:18:24.757" v="43" actId="14100"/>
          <ac:spMkLst>
            <pc:docMk/>
            <pc:sldMk cId="3085204684" sldId="279"/>
            <ac:spMk id="9" creationId="{25D40FD4-97F8-525A-EC4C-347E0D0D652F}"/>
          </ac:spMkLst>
        </pc:spChg>
        <pc:spChg chg="add mod">
          <ac:chgData name="Bandaru, Vidisha" userId="471cfef3-971e-4708-914d-6fbe5c1fadd4" providerId="ADAL" clId="{C519AAFB-FB5F-4B36-B714-7CB9AC607B2D}" dt="2026-08-27T09:43:39.779" v="1364" actId="408"/>
          <ac:spMkLst>
            <pc:docMk/>
            <pc:sldMk cId="3085204684" sldId="279"/>
            <ac:spMk id="17" creationId="{A0C753AA-1253-2BFE-C921-EE744E40FD19}"/>
          </ac:spMkLst>
        </pc:spChg>
        <pc:spChg chg="mod">
          <ac:chgData name="Bandaru, Vidisha" userId="471cfef3-971e-4708-914d-6fbe5c1fadd4" providerId="ADAL" clId="{C519AAFB-FB5F-4B36-B714-7CB9AC607B2D}" dt="2026-08-27T06:18:37.452" v="58" actId="20577"/>
          <ac:spMkLst>
            <pc:docMk/>
            <pc:sldMk cId="3085204684" sldId="279"/>
            <ac:spMk id="18" creationId="{E4C6AC63-F502-F2E5-2E42-3E3B3A5AAFBB}"/>
          </ac:spMkLst>
        </pc:spChg>
        <pc:spChg chg="mod">
          <ac:chgData name="Bandaru, Vidisha" userId="471cfef3-971e-4708-914d-6fbe5c1fadd4" providerId="ADAL" clId="{C519AAFB-FB5F-4B36-B714-7CB9AC607B2D}" dt="2026-08-27T08:10:45.590" v="1049" actId="20577"/>
          <ac:spMkLst>
            <pc:docMk/>
            <pc:sldMk cId="3085204684" sldId="279"/>
            <ac:spMk id="37" creationId="{3D27407C-4B7D-AF16-40C0-3AA122E577D7}"/>
          </ac:spMkLst>
        </pc:spChg>
        <pc:spChg chg="mod">
          <ac:chgData name="Bandaru, Vidisha" userId="471cfef3-971e-4708-914d-6fbe5c1fadd4" providerId="ADAL" clId="{C519AAFB-FB5F-4B36-B714-7CB9AC607B2D}" dt="2026-08-27T10:26:21.227" v="1506" actId="20577"/>
          <ac:spMkLst>
            <pc:docMk/>
            <pc:sldMk cId="3085204684" sldId="279"/>
            <ac:spMk id="53" creationId="{CA4A8F7D-3C52-4DD4-0D93-94CCBC073F30}"/>
          </ac:spMkLst>
        </pc:spChg>
        <pc:spChg chg="mod ord">
          <ac:chgData name="Bandaru, Vidisha" userId="471cfef3-971e-4708-914d-6fbe5c1fadd4" providerId="ADAL" clId="{C519AAFB-FB5F-4B36-B714-7CB9AC607B2D}" dt="2026-08-27T10:25:04.303" v="1437" actId="1076"/>
          <ac:spMkLst>
            <pc:docMk/>
            <pc:sldMk cId="3085204684" sldId="279"/>
            <ac:spMk id="62" creationId="{0BEB0859-55F3-E9FF-79EB-3689F76F5540}"/>
          </ac:spMkLst>
        </pc:spChg>
        <pc:spChg chg="mod">
          <ac:chgData name="Bandaru, Vidisha" userId="471cfef3-971e-4708-914d-6fbe5c1fadd4" providerId="ADAL" clId="{C519AAFB-FB5F-4B36-B714-7CB9AC607B2D}" dt="2026-08-27T10:28:38.377" v="1626" actId="20577"/>
          <ac:spMkLst>
            <pc:docMk/>
            <pc:sldMk cId="3085204684" sldId="279"/>
            <ac:spMk id="79" creationId="{BB335E06-E890-4C50-F3EB-E89C0CB64B7C}"/>
          </ac:spMkLst>
        </pc:spChg>
        <pc:spChg chg="mod">
          <ac:chgData name="Bandaru, Vidisha" userId="471cfef3-971e-4708-914d-6fbe5c1fadd4" providerId="ADAL" clId="{C519AAFB-FB5F-4B36-B714-7CB9AC607B2D}" dt="2026-08-27T10:25:08.079" v="1439" actId="1076"/>
          <ac:spMkLst>
            <pc:docMk/>
            <pc:sldMk cId="3085204684" sldId="279"/>
            <ac:spMk id="81" creationId="{5C67C38E-27D3-40B9-1D43-BE681AA3592B}"/>
          </ac:spMkLst>
        </pc:spChg>
        <pc:spChg chg="mod">
          <ac:chgData name="Bandaru, Vidisha" userId="471cfef3-971e-4708-914d-6fbe5c1fadd4" providerId="ADAL" clId="{C519AAFB-FB5F-4B36-B714-7CB9AC607B2D}" dt="2026-08-27T10:26:58.410" v="1580" actId="1076"/>
          <ac:spMkLst>
            <pc:docMk/>
            <pc:sldMk cId="3085204684" sldId="279"/>
            <ac:spMk id="94" creationId="{423984FC-2B79-7D3E-57FF-ECFC2F554DDB}"/>
          </ac:spMkLst>
        </pc:spChg>
        <pc:spChg chg="mod">
          <ac:chgData name="Bandaru, Vidisha" userId="471cfef3-971e-4708-914d-6fbe5c1fadd4" providerId="ADAL" clId="{C519AAFB-FB5F-4B36-B714-7CB9AC607B2D}" dt="2026-08-27T10:24:39.831" v="1429" actId="20577"/>
          <ac:spMkLst>
            <pc:docMk/>
            <pc:sldMk cId="3085204684" sldId="279"/>
            <ac:spMk id="101" creationId="{466229E5-CDEE-D833-73EB-EC0C3EFD18C1}"/>
          </ac:spMkLst>
        </pc:spChg>
        <pc:spChg chg="mod">
          <ac:chgData name="Bandaru, Vidisha" userId="471cfef3-971e-4708-914d-6fbe5c1fadd4" providerId="ADAL" clId="{C519AAFB-FB5F-4B36-B714-7CB9AC607B2D}" dt="2026-08-27T10:24:50.428" v="1431"/>
          <ac:spMkLst>
            <pc:docMk/>
            <pc:sldMk cId="3085204684" sldId="279"/>
            <ac:spMk id="104" creationId="{8A8F4C01-5127-92A9-1752-6A71F90F4105}"/>
          </ac:spMkLst>
        </pc:spChg>
        <pc:spChg chg="mod">
          <ac:chgData name="Bandaru, Vidisha" userId="471cfef3-971e-4708-914d-6fbe5c1fadd4" providerId="ADAL" clId="{C519AAFB-FB5F-4B36-B714-7CB9AC607B2D}" dt="2026-08-27T10:24:30.589" v="1413" actId="20577"/>
          <ac:spMkLst>
            <pc:docMk/>
            <pc:sldMk cId="3085204684" sldId="279"/>
            <ac:spMk id="108" creationId="{B6F07C88-846A-8C7C-A413-7460E3172833}"/>
          </ac:spMkLst>
        </pc:spChg>
        <pc:spChg chg="mod">
          <ac:chgData name="Bandaru, Vidisha" userId="471cfef3-971e-4708-914d-6fbe5c1fadd4" providerId="ADAL" clId="{C519AAFB-FB5F-4B36-B714-7CB9AC607B2D}" dt="2026-08-27T10:25:16.023" v="1440" actId="1076"/>
          <ac:spMkLst>
            <pc:docMk/>
            <pc:sldMk cId="3085204684" sldId="279"/>
            <ac:spMk id="114" creationId="{885A2A29-5D49-F4CA-5C67-8CC3BBDDEAA9}"/>
          </ac:spMkLst>
        </pc:spChg>
        <pc:spChg chg="mod">
          <ac:chgData name="Bandaru, Vidisha" userId="471cfef3-971e-4708-914d-6fbe5c1fadd4" providerId="ADAL" clId="{C519AAFB-FB5F-4B36-B714-7CB9AC607B2D}" dt="2026-08-27T10:28:24.828" v="1590" actId="20577"/>
          <ac:spMkLst>
            <pc:docMk/>
            <pc:sldMk cId="3085204684" sldId="279"/>
            <ac:spMk id="118" creationId="{2154C386-7BE8-F3C5-F6C9-E3D3605FA813}"/>
          </ac:spMkLst>
        </pc:spChg>
        <pc:spChg chg="mod">
          <ac:chgData name="Bandaru, Vidisha" userId="471cfef3-971e-4708-914d-6fbe5c1fadd4" providerId="ADAL" clId="{C519AAFB-FB5F-4B36-B714-7CB9AC607B2D}" dt="2026-08-27T08:10:21.628" v="1036" actId="207"/>
          <ac:spMkLst>
            <pc:docMk/>
            <pc:sldMk cId="3085204684" sldId="279"/>
            <ac:spMk id="162" creationId="{19AB368B-70F1-31AA-D364-525983F638D0}"/>
          </ac:spMkLst>
        </pc:spChg>
        <pc:spChg chg="mod">
          <ac:chgData name="Bandaru, Vidisha" userId="471cfef3-971e-4708-914d-6fbe5c1fadd4" providerId="ADAL" clId="{C519AAFB-FB5F-4B36-B714-7CB9AC607B2D}" dt="2026-08-27T08:10:58.519" v="1074" actId="20577"/>
          <ac:spMkLst>
            <pc:docMk/>
            <pc:sldMk cId="3085204684" sldId="279"/>
            <ac:spMk id="166" creationId="{6457BD45-FC18-C73E-7A47-81F30B800CDD}"/>
          </ac:spMkLst>
        </pc:spChg>
        <pc:spChg chg="mod">
          <ac:chgData name="Bandaru, Vidisha" userId="471cfef3-971e-4708-914d-6fbe5c1fadd4" providerId="ADAL" clId="{C519AAFB-FB5F-4B36-B714-7CB9AC607B2D}" dt="2026-08-27T06:16:08.754" v="17" actId="20577"/>
          <ac:spMkLst>
            <pc:docMk/>
            <pc:sldMk cId="3085204684" sldId="279"/>
            <ac:spMk id="168" creationId="{F96934C3-DB48-7AF8-67D1-35EEC6D41C5A}"/>
          </ac:spMkLst>
        </pc:spChg>
        <pc:spChg chg="mod">
          <ac:chgData name="Bandaru, Vidisha" userId="471cfef3-971e-4708-914d-6fbe5c1fadd4" providerId="ADAL" clId="{C519AAFB-FB5F-4B36-B714-7CB9AC607B2D}" dt="2026-08-27T09:43:37.659" v="1363" actId="554"/>
          <ac:spMkLst>
            <pc:docMk/>
            <pc:sldMk cId="3085204684" sldId="279"/>
            <ac:spMk id="188" creationId="{075DA96D-0071-28BA-CFD1-FF058CD4A7E1}"/>
          </ac:spMkLst>
        </pc:spChg>
        <pc:spChg chg="mod">
          <ac:chgData name="Bandaru, Vidisha" userId="471cfef3-971e-4708-914d-6fbe5c1fadd4" providerId="ADAL" clId="{C519AAFB-FB5F-4B36-B714-7CB9AC607B2D}" dt="2026-08-27T09:43:39.779" v="1364" actId="408"/>
          <ac:spMkLst>
            <pc:docMk/>
            <pc:sldMk cId="3085204684" sldId="279"/>
            <ac:spMk id="192" creationId="{51FC60F7-7F13-0764-172F-2D2DB414F8BC}"/>
          </ac:spMkLst>
        </pc:spChg>
        <pc:spChg chg="mod">
          <ac:chgData name="Bandaru, Vidisha" userId="471cfef3-971e-4708-914d-6fbe5c1fadd4" providerId="ADAL" clId="{C519AAFB-FB5F-4B36-B714-7CB9AC607B2D}" dt="2026-08-27T09:43:39.779" v="1364" actId="408"/>
          <ac:spMkLst>
            <pc:docMk/>
            <pc:sldMk cId="3085204684" sldId="279"/>
            <ac:spMk id="196" creationId="{A9516F54-9FE1-FD35-6914-38AB0C3B1EB3}"/>
          </ac:spMkLst>
        </pc:spChg>
        <pc:spChg chg="mod">
          <ac:chgData name="Bandaru, Vidisha" userId="471cfef3-971e-4708-914d-6fbe5c1fadd4" providerId="ADAL" clId="{C519AAFB-FB5F-4B36-B714-7CB9AC607B2D}" dt="2026-08-27T09:43:37.659" v="1363" actId="554"/>
          <ac:spMkLst>
            <pc:docMk/>
            <pc:sldMk cId="3085204684" sldId="279"/>
            <ac:spMk id="198" creationId="{F08C3088-7CC8-EB2E-7A48-4C6F68FB26CF}"/>
          </ac:spMkLst>
        </pc:spChg>
        <pc:picChg chg="add mod">
          <ac:chgData name="Bandaru, Vidisha" userId="471cfef3-971e-4708-914d-6fbe5c1fadd4" providerId="ADAL" clId="{C519AAFB-FB5F-4B36-B714-7CB9AC607B2D}" dt="2026-08-27T06:15:44.223" v="9" actId="1076"/>
          <ac:picMkLst>
            <pc:docMk/>
            <pc:sldMk cId="3085204684" sldId="279"/>
            <ac:picMk id="5" creationId="{07D0842A-5BAC-A587-94A6-230700C41E6F}"/>
          </ac:picMkLst>
        </pc:picChg>
      </pc:sldChg>
      <pc:sldChg chg="addSp modSp add mod">
        <pc:chgData name="Bandaru, Vidisha" userId="471cfef3-971e-4708-914d-6fbe5c1fadd4" providerId="ADAL" clId="{C519AAFB-FB5F-4B36-B714-7CB9AC607B2D}" dt="2026-08-27T10:22:19.473" v="1412" actId="1076"/>
        <pc:sldMkLst>
          <pc:docMk/>
          <pc:sldMk cId="3690317984" sldId="280"/>
        </pc:sldMkLst>
        <pc:spChg chg="add mod">
          <ac:chgData name="Bandaru, Vidisha" userId="471cfef3-971e-4708-914d-6fbe5c1fadd4" providerId="ADAL" clId="{C519AAFB-FB5F-4B36-B714-7CB9AC607B2D}" dt="2026-08-27T10:22:19.473" v="1412" actId="1076"/>
          <ac:spMkLst>
            <pc:docMk/>
            <pc:sldMk cId="3690317984" sldId="280"/>
            <ac:spMk id="2" creationId="{8B9163CB-2272-45E6-C03B-AD9D5332A21C}"/>
          </ac:spMkLst>
        </pc:spChg>
        <pc:graphicFrameChg chg="mod modGraphic">
          <ac:chgData name="Bandaru, Vidisha" userId="471cfef3-971e-4708-914d-6fbe5c1fadd4" providerId="ADAL" clId="{C519AAFB-FB5F-4B36-B714-7CB9AC607B2D}" dt="2026-08-27T10:22:16.090" v="1411" actId="1076"/>
          <ac:graphicFrameMkLst>
            <pc:docMk/>
            <pc:sldMk cId="3690317984" sldId="280"/>
            <ac:graphicFrameMk id="17" creationId="{A36D36B0-86A6-5A83-BD28-A35DFC684114}"/>
          </ac:graphicFrameMkLst>
        </pc:graphicFrameChg>
      </pc:sldChg>
      <pc:sldChg chg="addSp delSp modSp new mod">
        <pc:chgData name="Bandaru, Vidisha" userId="471cfef3-971e-4708-914d-6fbe5c1fadd4" providerId="ADAL" clId="{C519AAFB-FB5F-4B36-B714-7CB9AC607B2D}" dt="2026-08-27T08:19:19.210" v="1284" actId="207"/>
        <pc:sldMkLst>
          <pc:docMk/>
          <pc:sldMk cId="2853905311" sldId="281"/>
        </pc:sldMkLst>
        <pc:spChg chg="mod">
          <ac:chgData name="Bandaru, Vidisha" userId="471cfef3-971e-4708-914d-6fbe5c1fadd4" providerId="ADAL" clId="{C519AAFB-FB5F-4B36-B714-7CB9AC607B2D}" dt="2026-08-27T08:17:59.724" v="1273" actId="20577"/>
          <ac:spMkLst>
            <pc:docMk/>
            <pc:sldMk cId="2853905311" sldId="281"/>
            <ac:spMk id="2" creationId="{4260ADC1-0A00-4243-CD5C-D24FDFFC1413}"/>
          </ac:spMkLst>
        </pc:spChg>
        <pc:graphicFrameChg chg="add mod modGraphic">
          <ac:chgData name="Bandaru, Vidisha" userId="471cfef3-971e-4708-914d-6fbe5c1fadd4" providerId="ADAL" clId="{C519AAFB-FB5F-4B36-B714-7CB9AC607B2D}" dt="2026-08-27T08:19:19.210" v="1284" actId="207"/>
          <ac:graphicFrameMkLst>
            <pc:docMk/>
            <pc:sldMk cId="2853905311" sldId="281"/>
            <ac:graphicFrameMk id="5" creationId="{A3720A69-20A8-D506-DFA5-345E060DD815}"/>
          </ac:graphicFrameMkLst>
        </pc:graphicFrame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Applications</c:v>
                </c:pt>
              </c:strCache>
            </c:strRef>
          </c:tx>
          <c:spPr>
            <a:solidFill>
              <a:schemeClr val="accent1"/>
            </a:solidFill>
            <a:ln w="9525" cap="flat">
              <a:solidFill>
                <a:srgbClr val="F9F9F9"/>
              </a:solidFill>
              <a:prstDash val="solid"/>
              <a:round/>
            </a:ln>
            <a:effectLst/>
          </c:spPr>
          <c:dPt>
            <c:idx val="0"/>
            <c:bubble3D val="0"/>
            <c:spPr>
              <a:solidFill>
                <a:schemeClr val="accent2"/>
              </a:solidFill>
              <a:effectLst/>
            </c:spPr>
            <c:extLst>
              <c:ext xmlns:c16="http://schemas.microsoft.com/office/drawing/2014/chart" uri="{C3380CC4-5D6E-409C-BE32-E72D297353CC}">
                <c16:uniqueId val="{00000001-3C72-48E1-91AC-E5FDA7F96A2D}"/>
              </c:ext>
            </c:extLst>
          </c:dPt>
          <c:dPt>
            <c:idx val="1"/>
            <c:bubble3D val="0"/>
            <c:spPr>
              <a:solidFill>
                <a:srgbClr val="DCE6F0"/>
              </a:solidFill>
              <a:effectLst/>
            </c:spPr>
            <c:extLst>
              <c:ext xmlns:c16="http://schemas.microsoft.com/office/drawing/2014/chart" uri="{C3380CC4-5D6E-409C-BE32-E72D297353CC}">
                <c16:uniqueId val="{00000003-3C72-48E1-91AC-E5FDA7F96A2D}"/>
              </c:ext>
            </c:extLst>
          </c:dPt>
          <c:cat>
            <c:strRef>
              <c:f>Sheet1!$A$2:$A$3</c:f>
              <c:strCache>
                <c:ptCount val="2"/>
                <c:pt idx="0">
                  <c:v>Critical</c:v>
                </c:pt>
                <c:pt idx="1">
                  <c:v>Non-critical</c:v>
                </c:pt>
              </c:strCache>
            </c:strRef>
          </c:cat>
          <c:val>
            <c:numRef>
              <c:f>Sheet1!$B$2:$B$3</c:f>
              <c:numCache>
                <c:formatCode>General</c:formatCode>
                <c:ptCount val="2"/>
                <c:pt idx="0">
                  <c:v>22</c:v>
                </c:pt>
                <c:pt idx="1">
                  <c:v>6</c:v>
                </c:pt>
              </c:numCache>
            </c:numRef>
          </c:val>
          <c:extLst>
            <c:ext xmlns:c16="http://schemas.microsoft.com/office/drawing/2014/chart" uri="{C3380CC4-5D6E-409C-BE32-E72D297353CC}">
              <c16:uniqueId val="{00000004-3C72-48E1-91AC-E5FDA7F96A2D}"/>
            </c:ext>
          </c:extLst>
        </c:ser>
        <c:dLbls>
          <c:showLegendKey val="0"/>
          <c:showVal val="0"/>
          <c:showCatName val="0"/>
          <c:showSerName val="0"/>
          <c:showPercent val="0"/>
          <c:showBubbleSize val="0"/>
          <c:showLeaderLines val="0"/>
        </c:dLbls>
        <c:firstSliceAng val="0"/>
        <c:holeSize val="70"/>
      </c:doughnutChart>
      <c:spPr>
        <a:noFill/>
        <a:ln w="25400">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8/27/2026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8D55C2-D8FC-C0C5-91CE-F7109EB415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378432-DB3D-24DC-5894-AC2E618F5297}"/>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27E735E6-66E0-1601-2A03-1179E4D9B709}"/>
              </a:ext>
            </a:extLst>
          </p:cNvPr>
          <p:cNvSpPr>
            <a:spLocks noGrp="1"/>
          </p:cNvSpPr>
          <p:nvPr>
            <p:ph type="body" idx="1"/>
          </p:nvPr>
        </p:nvSpPr>
        <p:spPr/>
        <p:txBody>
          <a:bodyPr/>
          <a:lstStyle/>
          <a:p>
            <a:r>
              <a:rPr lang="en-IN" dirty="0" err="1"/>
              <a:t>Lifecomm</a:t>
            </a:r>
            <a:r>
              <a:rPr lang="en-IN" dirty="0"/>
              <a:t>, YuYu (newer SaaS based product), </a:t>
            </a:r>
            <a:r>
              <a:rPr lang="en-IN" dirty="0" err="1"/>
              <a:t>iWin</a:t>
            </a:r>
            <a:r>
              <a:rPr lang="en-IN" dirty="0"/>
              <a:t> – 3 policy admin systems</a:t>
            </a:r>
          </a:p>
        </p:txBody>
      </p:sp>
      <p:sp>
        <p:nvSpPr>
          <p:cNvPr id="4" name="Slide Number Placeholder 3">
            <a:extLst>
              <a:ext uri="{FF2B5EF4-FFF2-40B4-BE49-F238E27FC236}">
                <a16:creationId xmlns:a16="http://schemas.microsoft.com/office/drawing/2014/main" id="{46A0ECCA-7638-2255-4029-B9157B6137E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696B5C-12A0-4042-B4D0-BD3B9A4F58C6}" type="slidenum">
              <a:rPr kumimoji="0" lang="pt-BR" sz="900" b="0" i="0" u="none" strike="noStrike" kern="1200" cap="none" spc="0" normalizeH="0" baseline="0" noProof="0" smtClean="0">
                <a:ln>
                  <a:noFill/>
                </a:ln>
                <a:solidFill>
                  <a:prstClr val="black"/>
                </a:solidFill>
                <a:effectLst/>
                <a:uLnTx/>
                <a:uFillTx/>
                <a:latin typeface="Ubuntu"/>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pt-BR" sz="900" b="0" i="0" u="none" strike="noStrike" kern="1200" cap="none" spc="0" normalizeH="0" baseline="0" noProof="0">
              <a:ln>
                <a:noFill/>
              </a:ln>
              <a:solidFill>
                <a:prstClr val="black"/>
              </a:solidFill>
              <a:effectLst/>
              <a:uLnTx/>
              <a:uFillTx/>
              <a:latin typeface="Ubuntu"/>
              <a:ea typeface="+mn-ea"/>
              <a:cs typeface="+mn-cs"/>
            </a:endParaRPr>
          </a:p>
        </p:txBody>
      </p:sp>
    </p:spTree>
    <p:extLst>
      <p:ext uri="{BB962C8B-B14F-4D97-AF65-F5344CB8AC3E}">
        <p14:creationId xmlns:p14="http://schemas.microsoft.com/office/powerpoint/2010/main" val="8483080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F8A401-6664-A716-9F25-32F088E87B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33ED93-4995-63F8-D3F0-42549C963F7D}"/>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B0B235EB-B590-ABF3-387B-5DFC6050867A}"/>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718EBAC8-7876-6A0A-D8A2-A9110E064B1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696B5C-12A0-4042-B4D0-BD3B9A4F58C6}" type="slidenum">
              <a:rPr kumimoji="0" lang="pt-BR" sz="900" b="0" i="0" u="none" strike="noStrike" kern="1200" cap="none" spc="0" normalizeH="0" baseline="0" noProof="0" smtClean="0">
                <a:ln>
                  <a:noFill/>
                </a:ln>
                <a:solidFill>
                  <a:prstClr val="black"/>
                </a:solidFill>
                <a:effectLst/>
                <a:uLnTx/>
                <a:uFillTx/>
                <a:latin typeface="Ubuntu"/>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pt-BR" sz="900" b="0" i="0" u="none" strike="noStrike" kern="1200" cap="none" spc="0" normalizeH="0" baseline="0" noProof="0">
              <a:ln>
                <a:noFill/>
              </a:ln>
              <a:solidFill>
                <a:prstClr val="black"/>
              </a:solidFill>
              <a:effectLst/>
              <a:uLnTx/>
              <a:uFillTx/>
              <a:latin typeface="Ubuntu"/>
              <a:ea typeface="+mn-ea"/>
              <a:cs typeface="+mn-cs"/>
            </a:endParaRPr>
          </a:p>
        </p:txBody>
      </p:sp>
    </p:spTree>
    <p:extLst>
      <p:ext uri="{BB962C8B-B14F-4D97-AF65-F5344CB8AC3E}">
        <p14:creationId xmlns:p14="http://schemas.microsoft.com/office/powerpoint/2010/main" val="6210614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DECF72-E7F3-7604-8DCF-53A9F753D7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7268B6-FC17-AC54-ADA5-C3E2483E2A7C}"/>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B4CC4C5C-D310-2B0C-63DE-B7D217EFE6DE}"/>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D15808F6-6694-5F52-20F7-6CE7F8B1830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696B5C-12A0-4042-B4D0-BD3B9A4F58C6}" type="slidenum">
              <a:rPr kumimoji="0" lang="pt-BR" sz="900" b="0" i="0" u="none" strike="noStrike" kern="1200" cap="none" spc="0" normalizeH="0" baseline="0" noProof="0" smtClean="0">
                <a:ln>
                  <a:noFill/>
                </a:ln>
                <a:solidFill>
                  <a:prstClr val="black"/>
                </a:solidFill>
                <a:effectLst/>
                <a:uLnTx/>
                <a:uFillTx/>
                <a:latin typeface="Ubuntu"/>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pt-BR" sz="900" b="0" i="0" u="none" strike="noStrike" kern="1200" cap="none" spc="0" normalizeH="0" baseline="0" noProof="0">
              <a:ln>
                <a:noFill/>
              </a:ln>
              <a:solidFill>
                <a:prstClr val="black"/>
              </a:solidFill>
              <a:effectLst/>
              <a:uLnTx/>
              <a:uFillTx/>
              <a:latin typeface="Ubuntu"/>
              <a:ea typeface="+mn-ea"/>
              <a:cs typeface="+mn-cs"/>
            </a:endParaRPr>
          </a:p>
        </p:txBody>
      </p:sp>
    </p:spTree>
    <p:extLst>
      <p:ext uri="{BB962C8B-B14F-4D97-AF65-F5344CB8AC3E}">
        <p14:creationId xmlns:p14="http://schemas.microsoft.com/office/powerpoint/2010/main" val="6777463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8" Type="http://schemas.openxmlformats.org/officeDocument/2006/relationships/hyperlink" Target="http://www.facebook.com/capgemini" TargetMode="External"/><Relationship Id="rId13" Type="http://schemas.microsoft.com/office/2007/relationships/hdphoto" Target="../media/hdphoto4.wdp"/><Relationship Id="rId3" Type="http://schemas.openxmlformats.org/officeDocument/2006/relationships/image" Target="../media/image3.png"/><Relationship Id="rId7" Type="http://schemas.microsoft.com/office/2007/relationships/hdphoto" Target="../media/hdphoto2.wdp"/><Relationship Id="rId12" Type="http://schemas.openxmlformats.org/officeDocument/2006/relationships/image" Target="../media/image6.png"/><Relationship Id="rId2" Type="http://schemas.openxmlformats.org/officeDocument/2006/relationships/hyperlink" Target="https://www.glassdoor.com/Overview/Working-at-Capgemini-EI_IE3803.11,20.htm" TargetMode="External"/><Relationship Id="rId16" Type="http://schemas.microsoft.com/office/2007/relationships/hdphoto" Target="../media/hdphoto5.wdp"/><Relationship Id="rId1" Type="http://schemas.openxmlformats.org/officeDocument/2006/relationships/slideMaster" Target="../slideMasters/slideMaster1.xml"/><Relationship Id="rId6" Type="http://schemas.openxmlformats.org/officeDocument/2006/relationships/image" Target="../media/image4.png"/><Relationship Id="rId11" Type="http://schemas.openxmlformats.org/officeDocument/2006/relationships/hyperlink" Target="http://www.linkedin.com/company/capgemini" TargetMode="External"/><Relationship Id="rId5" Type="http://schemas.openxmlformats.org/officeDocument/2006/relationships/hyperlink" Target="http://www.youtube.com/capgeminimedia" TargetMode="External"/><Relationship Id="rId15" Type="http://schemas.openxmlformats.org/officeDocument/2006/relationships/image" Target="../media/image7.png"/><Relationship Id="rId10" Type="http://schemas.microsoft.com/office/2007/relationships/hdphoto" Target="../media/hdphoto3.wdp"/><Relationship Id="rId4" Type="http://schemas.microsoft.com/office/2007/relationships/hdphoto" Target="../media/hdphoto1.wdp"/><Relationship Id="rId9" Type="http://schemas.openxmlformats.org/officeDocument/2006/relationships/image" Target="../media/image5.png"/><Relationship Id="rId14" Type="http://schemas.openxmlformats.org/officeDocument/2006/relationships/hyperlink" Target="https://www.instagram.com/capgemini/" TargetMode="Externa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1">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269F39D-C2C8-CD10-FC79-E8DF4011DD81}"/>
              </a:ext>
            </a:extLst>
          </p:cNvPr>
          <p:cNvSpPr/>
          <p:nvPr userDrawn="1"/>
        </p:nvSpPr>
        <p:spPr>
          <a:xfrm>
            <a:off x="0" y="0"/>
            <a:ext cx="8904287" cy="6858000"/>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3" name="Group 2">
            <a:extLst>
              <a:ext uri="{FF2B5EF4-FFF2-40B4-BE49-F238E27FC236}">
                <a16:creationId xmlns:a16="http://schemas.microsoft.com/office/drawing/2014/main" id="{E1F341D8-9871-3E87-0C47-63724CC68DAF}"/>
              </a:ext>
            </a:extLst>
          </p:cNvPr>
          <p:cNvGrpSpPr>
            <a:grpSpLocks noChangeAspect="1"/>
          </p:cNvGrpSpPr>
          <p:nvPr userDrawn="1"/>
        </p:nvGrpSpPr>
        <p:grpSpPr>
          <a:xfrm>
            <a:off x="9912013" y="409248"/>
            <a:ext cx="1872000" cy="420870"/>
            <a:chOff x="5094083" y="5360390"/>
            <a:chExt cx="3039349" cy="683316"/>
          </a:xfrm>
          <a:solidFill>
            <a:schemeClr val="bg1"/>
          </a:solidFill>
        </p:grpSpPr>
        <p:sp>
          <p:nvSpPr>
            <p:cNvPr id="14" name="Freeform: Shape 4">
              <a:extLst>
                <a:ext uri="{FF2B5EF4-FFF2-40B4-BE49-F238E27FC236}">
                  <a16:creationId xmlns:a16="http://schemas.microsoft.com/office/drawing/2014/main" id="{2608921F-B565-8FD4-583E-9DA9BDDB5334}"/>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15" name="Freeform: Shape 5">
              <a:extLst>
                <a:ext uri="{FF2B5EF4-FFF2-40B4-BE49-F238E27FC236}">
                  <a16:creationId xmlns:a16="http://schemas.microsoft.com/office/drawing/2014/main" id="{59393CFC-3187-9068-EACC-9DD97F450CB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20" name="Freeform: Shape 6">
              <a:extLst>
                <a:ext uri="{FF2B5EF4-FFF2-40B4-BE49-F238E27FC236}">
                  <a16:creationId xmlns:a16="http://schemas.microsoft.com/office/drawing/2014/main" id="{F2454DD1-23F6-150E-C46D-96FB7C5FC4D3}"/>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21" name="Freeform: Shape 7">
              <a:extLst>
                <a:ext uri="{FF2B5EF4-FFF2-40B4-BE49-F238E27FC236}">
                  <a16:creationId xmlns:a16="http://schemas.microsoft.com/office/drawing/2014/main" id="{34B65355-DFA8-1685-F338-14C9D76CCDEF}"/>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22" name="Freeform: Shape 8">
              <a:extLst>
                <a:ext uri="{FF2B5EF4-FFF2-40B4-BE49-F238E27FC236}">
                  <a16:creationId xmlns:a16="http://schemas.microsoft.com/office/drawing/2014/main" id="{DF15E081-4331-E828-08B5-2291332FD146}"/>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23" name="Rectangle 22">
            <a:extLst>
              <a:ext uri="{FF2B5EF4-FFF2-40B4-BE49-F238E27FC236}">
                <a16:creationId xmlns:a16="http://schemas.microsoft.com/office/drawing/2014/main" id="{7D66C3DE-7CB2-8D02-1EF9-E3C8E4BFAA90}"/>
              </a:ext>
            </a:extLst>
          </p:cNvPr>
          <p:cNvSpPr/>
          <p:nvPr userDrawn="1"/>
        </p:nvSpPr>
        <p:spPr>
          <a:xfrm rot="16200000">
            <a:off x="5403547"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 name="Title 1">
            <a:extLst>
              <a:ext uri="{FF2B5EF4-FFF2-40B4-BE49-F238E27FC236}">
                <a16:creationId xmlns:a16="http://schemas.microsoft.com/office/drawing/2014/main" id="{FE5276F6-E981-8407-5AD7-E85838815E5A}"/>
              </a:ext>
            </a:extLst>
          </p:cNvPr>
          <p:cNvSpPr>
            <a:spLocks noGrp="1"/>
          </p:cNvSpPr>
          <p:nvPr>
            <p:ph type="title"/>
          </p:nvPr>
        </p:nvSpPr>
        <p:spPr>
          <a:xfrm>
            <a:off x="445713" y="980728"/>
            <a:ext cx="7313049" cy="4104456"/>
          </a:xfrm>
          <a:prstGeom prst="rect">
            <a:avLst/>
          </a:prstGeom>
        </p:spPr>
        <p:txBody>
          <a:bodyPr vert="horz" lIns="0" tIns="0" rIns="0" bIns="126000" rtlCol="0" anchor="b" anchorCtr="0">
            <a:noAutofit/>
          </a:bodyPr>
          <a:lstStyle>
            <a:lvl1pPr>
              <a:defRPr lang="en-PL" sz="7200" dirty="0">
                <a:solidFill>
                  <a:schemeClr val="bg2"/>
                </a:solidFill>
                <a:latin typeface="Ubuntu Light" panose="020B0304030602030204" pitchFamily="34" charset="0"/>
              </a:defRPr>
            </a:lvl1pPr>
          </a:lstStyle>
          <a:p>
            <a:pPr lvl="0"/>
            <a:r>
              <a:rPr lang="en-US"/>
              <a:t>Click to edit Master title style</a:t>
            </a:r>
            <a:endParaRPr lang="en-PL"/>
          </a:p>
        </p:txBody>
      </p:sp>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445713" y="5131138"/>
            <a:ext cx="6479535" cy="215444"/>
          </a:xfrm>
          <a:prstGeom prst="rect">
            <a:avLst/>
          </a:prstGeom>
        </p:spPr>
        <p:txBody>
          <a:bodyPr/>
          <a:lstStyle>
            <a:lvl1pPr>
              <a:defRPr lang="en-GB" sz="1700" b="1"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445713" y="5715912"/>
            <a:ext cx="6479535" cy="215444"/>
          </a:xfrm>
          <a:prstGeom prst="rect">
            <a:avLst/>
          </a:prstGeom>
        </p:spPr>
        <p:txBody>
          <a:bodyPr/>
          <a:lstStyle>
            <a:lvl1pPr>
              <a:defRPr lang="en-GB" sz="14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Tree>
    <p:extLst>
      <p:ext uri="{BB962C8B-B14F-4D97-AF65-F5344CB8AC3E}">
        <p14:creationId xmlns:p14="http://schemas.microsoft.com/office/powerpoint/2010/main" val="4022896000"/>
      </p:ext>
    </p:extLst>
  </p:cSld>
  <p:clrMapOvr>
    <a:masterClrMapping/>
  </p:clrMapOvr>
  <p:extLst>
    <p:ext uri="{DCECCB84-F9BA-43D5-87BE-67443E8EF086}">
      <p15:sldGuideLst xmlns:p15="http://schemas.microsoft.com/office/powerpoint/2012/main">
        <p15:guide id="1" pos="151">
          <p15:clr>
            <a:srgbClr val="FBAE40"/>
          </p15:clr>
        </p15:guide>
        <p15:guide id="2" pos="3712">
          <p15:clr>
            <a:srgbClr val="FBAE40"/>
          </p15:clr>
        </p15:guide>
        <p15:guide id="3" pos="219">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Logo C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276F6-E981-8407-5AD7-E85838815E5A}"/>
              </a:ext>
            </a:extLst>
          </p:cNvPr>
          <p:cNvSpPr>
            <a:spLocks noGrp="1"/>
          </p:cNvSpPr>
          <p:nvPr>
            <p:ph type="title"/>
          </p:nvPr>
        </p:nvSpPr>
        <p:spPr>
          <a:xfrm>
            <a:off x="2765723" y="1489457"/>
            <a:ext cx="6480175" cy="1677988"/>
          </a:xfrm>
          <a:prstGeom prst="rect">
            <a:avLst/>
          </a:prstGeom>
          <a:noFill/>
        </p:spPr>
        <p:txBody>
          <a:bodyPr anchor="b"/>
          <a:lstStyle>
            <a:lvl1pPr algn="ctr">
              <a:defRPr kumimoji="0" lang="en-PL" sz="5400" b="0" i="0" u="none" strike="noStrike" kern="1200" cap="none" spc="0" normalizeH="0" baseline="0" noProof="0" dirty="0">
                <a:ln>
                  <a:noFill/>
                </a:ln>
                <a:solidFill>
                  <a:schemeClr val="bg1"/>
                </a:solidFill>
                <a:effectLst/>
                <a:uLnTx/>
                <a:uFillTx/>
                <a:latin typeface="+mn-lt"/>
                <a:ea typeface="+mj-ea"/>
                <a:cs typeface="+mj-cs"/>
              </a:defRPr>
            </a:lvl1pPr>
          </a:lstStyle>
          <a:p>
            <a:r>
              <a:rPr lang="en-US"/>
              <a:t>Click to edit Master title style</a:t>
            </a:r>
            <a:endParaRPr lang="en-PL"/>
          </a:p>
        </p:txBody>
      </p:sp>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2764136" y="3167445"/>
            <a:ext cx="6478587" cy="348286"/>
          </a:xfrm>
          <a:prstGeom prst="rect">
            <a:avLst/>
          </a:prstGeom>
        </p:spPr>
        <p:txBody>
          <a:bodyPr/>
          <a:lstStyle>
            <a:lvl1pPr algn="ctr">
              <a:defRPr lang="en-GB" sz="20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2763761" y="3709694"/>
            <a:ext cx="6479535" cy="253029"/>
          </a:xfrm>
          <a:prstGeom prst="rect">
            <a:avLst/>
          </a:prstGeom>
        </p:spPr>
        <p:txBody>
          <a:bodyPr/>
          <a:lstStyle>
            <a:lvl1pPr algn="ctr">
              <a:defRPr lang="en-GB" sz="14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grpSp>
        <p:nvGrpSpPr>
          <p:cNvPr id="3" name="Group 2">
            <a:extLst>
              <a:ext uri="{FF2B5EF4-FFF2-40B4-BE49-F238E27FC236}">
                <a16:creationId xmlns:a16="http://schemas.microsoft.com/office/drawing/2014/main" id="{29019898-C562-0E25-C4F3-334360D03193}"/>
              </a:ext>
            </a:extLst>
          </p:cNvPr>
          <p:cNvGrpSpPr>
            <a:grpSpLocks noChangeAspect="1"/>
          </p:cNvGrpSpPr>
          <p:nvPr userDrawn="1"/>
        </p:nvGrpSpPr>
        <p:grpSpPr>
          <a:xfrm>
            <a:off x="-175885" y="4642089"/>
            <a:ext cx="12564529" cy="2824804"/>
            <a:chOff x="5094083" y="5360390"/>
            <a:chExt cx="3039349" cy="683316"/>
          </a:xfrm>
          <a:solidFill>
            <a:schemeClr val="accent1"/>
          </a:solidFill>
        </p:grpSpPr>
        <p:sp>
          <p:nvSpPr>
            <p:cNvPr id="7" name="Freeform: Shape 4">
              <a:extLst>
                <a:ext uri="{FF2B5EF4-FFF2-40B4-BE49-F238E27FC236}">
                  <a16:creationId xmlns:a16="http://schemas.microsoft.com/office/drawing/2014/main" id="{F8CB933C-09AA-8C71-2E78-1561B27414F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8" name="Freeform: Shape 5">
              <a:extLst>
                <a:ext uri="{FF2B5EF4-FFF2-40B4-BE49-F238E27FC236}">
                  <a16:creationId xmlns:a16="http://schemas.microsoft.com/office/drawing/2014/main" id="{99E6D307-271F-C8DB-706F-FE50815F9A3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9" name="Freeform: Shape 6">
              <a:extLst>
                <a:ext uri="{FF2B5EF4-FFF2-40B4-BE49-F238E27FC236}">
                  <a16:creationId xmlns:a16="http://schemas.microsoft.com/office/drawing/2014/main" id="{C39B46B1-97A6-4B30-142D-E2A1330E057D}"/>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0" name="Freeform: Shape 7">
              <a:extLst>
                <a:ext uri="{FF2B5EF4-FFF2-40B4-BE49-F238E27FC236}">
                  <a16:creationId xmlns:a16="http://schemas.microsoft.com/office/drawing/2014/main" id="{9BFEC525-2C7E-E980-B007-932804D5D51E}"/>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1" name="Freeform: Shape 8">
              <a:extLst>
                <a:ext uri="{FF2B5EF4-FFF2-40B4-BE49-F238E27FC236}">
                  <a16:creationId xmlns:a16="http://schemas.microsoft.com/office/drawing/2014/main" id="{4A1347D2-8F0A-9DF0-EE43-F2AA0C1B4213}"/>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grpSp>
      <p:sp>
        <p:nvSpPr>
          <p:cNvPr id="12" name="Rectangle 11">
            <a:extLst>
              <a:ext uri="{FF2B5EF4-FFF2-40B4-BE49-F238E27FC236}">
                <a16:creationId xmlns:a16="http://schemas.microsoft.com/office/drawing/2014/main" id="{AEB98D74-27E3-F044-4F08-EF3F7C226178}"/>
              </a:ext>
            </a:extLst>
          </p:cNvPr>
          <p:cNvSpPr/>
          <p:nvPr userDrawn="1"/>
        </p:nvSpPr>
        <p:spPr>
          <a:xfrm>
            <a:off x="-902128" y="2536529"/>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16" name="Rectangle 15">
            <a:extLst>
              <a:ext uri="{FF2B5EF4-FFF2-40B4-BE49-F238E27FC236}">
                <a16:creationId xmlns:a16="http://schemas.microsoft.com/office/drawing/2014/main" id="{B977B1B2-8ECC-4719-803F-E7EBCFD4BEF8}"/>
              </a:ext>
            </a:extLst>
          </p:cNvPr>
          <p:cNvSpPr/>
          <p:nvPr userDrawn="1"/>
        </p:nvSpPr>
        <p:spPr>
          <a:xfrm>
            <a:off x="7696229" y="3673621"/>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Tree>
    <p:extLst>
      <p:ext uri="{BB962C8B-B14F-4D97-AF65-F5344CB8AC3E}">
        <p14:creationId xmlns:p14="http://schemas.microsoft.com/office/powerpoint/2010/main" val="4090199320"/>
      </p:ext>
    </p:extLst>
  </p:cSld>
  <p:clrMapOvr>
    <a:masterClrMapping/>
  </p:clrMapOvr>
  <p:extLst>
    <p:ext uri="{DCECCB84-F9BA-43D5-87BE-67443E8EF086}">
      <p15:sldGuideLst xmlns:p15="http://schemas.microsoft.com/office/powerpoint/2012/main">
        <p15:guide id="1" pos="151">
          <p15:clr>
            <a:srgbClr val="FBAE40"/>
          </p15:clr>
        </p15:guide>
        <p15:guide id="2" pos="3712">
          <p15:clr>
            <a:srgbClr val="FBAE40"/>
          </p15:clr>
        </p15:guide>
        <p15:guide id="3" pos="219">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2">
    <p:spTree>
      <p:nvGrpSpPr>
        <p:cNvPr id="1" name=""/>
        <p:cNvGrpSpPr/>
        <p:nvPr/>
      </p:nvGrpSpPr>
      <p:grpSpPr>
        <a:xfrm>
          <a:off x="0" y="0"/>
          <a:ext cx="0" cy="0"/>
          <a:chOff x="0" y="0"/>
          <a:chExt cx="0" cy="0"/>
        </a:xfrm>
      </p:grpSpPr>
      <p:sp>
        <p:nvSpPr>
          <p:cNvPr id="31" name="Picture Placeholder 10">
            <a:extLst>
              <a:ext uri="{FF2B5EF4-FFF2-40B4-BE49-F238E27FC236}">
                <a16:creationId xmlns:a16="http://schemas.microsoft.com/office/drawing/2014/main" id="{CC88A17A-2665-CB64-B35D-1CDAB893EA72}"/>
              </a:ext>
            </a:extLst>
          </p:cNvPr>
          <p:cNvSpPr>
            <a:spLocks noGrp="1"/>
          </p:cNvSpPr>
          <p:nvPr>
            <p:ph type="pic" sz="quarter" idx="13" hasCustomPrompt="1"/>
          </p:nvPr>
        </p:nvSpPr>
        <p:spPr>
          <a:xfrm>
            <a:off x="-1" y="180000"/>
            <a:ext cx="12192001" cy="667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grpSp>
        <p:nvGrpSpPr>
          <p:cNvPr id="14" name="Group 2">
            <a:extLst>
              <a:ext uri="{FF2B5EF4-FFF2-40B4-BE49-F238E27FC236}">
                <a16:creationId xmlns:a16="http://schemas.microsoft.com/office/drawing/2014/main" id="{5570D5EE-65A7-6ED8-B779-4B18D3F9B40F}"/>
              </a:ext>
            </a:extLst>
          </p:cNvPr>
          <p:cNvGrpSpPr>
            <a:grpSpLocks noChangeAspect="1"/>
          </p:cNvGrpSpPr>
          <p:nvPr userDrawn="1"/>
        </p:nvGrpSpPr>
        <p:grpSpPr>
          <a:xfrm>
            <a:off x="9912013" y="6122117"/>
            <a:ext cx="1872000" cy="420870"/>
            <a:chOff x="5094083" y="5360390"/>
            <a:chExt cx="3039349" cy="683316"/>
          </a:xfrm>
          <a:solidFill>
            <a:schemeClr val="accent1"/>
          </a:solidFill>
        </p:grpSpPr>
        <p:sp>
          <p:nvSpPr>
            <p:cNvPr id="15" name="Freeform: Shape 4">
              <a:extLst>
                <a:ext uri="{FF2B5EF4-FFF2-40B4-BE49-F238E27FC236}">
                  <a16:creationId xmlns:a16="http://schemas.microsoft.com/office/drawing/2014/main" id="{D58972C2-A9F5-BC83-6D8B-F2551227EF02}"/>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16" name="Freeform: Shape 5">
              <a:extLst>
                <a:ext uri="{FF2B5EF4-FFF2-40B4-BE49-F238E27FC236}">
                  <a16:creationId xmlns:a16="http://schemas.microsoft.com/office/drawing/2014/main" id="{F1185E33-8F53-63CA-354E-8F831E6BCFB7}"/>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18" name="Freeform: Shape 6">
              <a:extLst>
                <a:ext uri="{FF2B5EF4-FFF2-40B4-BE49-F238E27FC236}">
                  <a16:creationId xmlns:a16="http://schemas.microsoft.com/office/drawing/2014/main" id="{CDD16A12-A8F2-58EF-09CC-13E3376F38BF}"/>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20" name="Freeform: Shape 7">
              <a:extLst>
                <a:ext uri="{FF2B5EF4-FFF2-40B4-BE49-F238E27FC236}">
                  <a16:creationId xmlns:a16="http://schemas.microsoft.com/office/drawing/2014/main" id="{8F3DB536-4854-A063-FC86-800CFAAD2478}"/>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21" name="Freeform: Shape 8">
              <a:extLst>
                <a:ext uri="{FF2B5EF4-FFF2-40B4-BE49-F238E27FC236}">
                  <a16:creationId xmlns:a16="http://schemas.microsoft.com/office/drawing/2014/main" id="{BF1BB4C2-2CFF-9555-916D-B08189B1ED72}"/>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32" name="Title 31">
            <a:extLst>
              <a:ext uri="{FF2B5EF4-FFF2-40B4-BE49-F238E27FC236}">
                <a16:creationId xmlns:a16="http://schemas.microsoft.com/office/drawing/2014/main" id="{E3492C82-376C-10C5-B46C-67C15004D611}"/>
              </a:ext>
            </a:extLst>
          </p:cNvPr>
          <p:cNvSpPr>
            <a:spLocks noGrp="1"/>
          </p:cNvSpPr>
          <p:nvPr>
            <p:ph type="title"/>
          </p:nvPr>
        </p:nvSpPr>
        <p:spPr>
          <a:xfrm>
            <a:off x="551384" y="1628775"/>
            <a:ext cx="6578080" cy="3589714"/>
          </a:xfrm>
          <a:prstGeom prst="rect">
            <a:avLst/>
          </a:prstGeom>
        </p:spPr>
        <p:txBody>
          <a:bodyPr anchor="b"/>
          <a:lstStyle>
            <a:lvl1pPr>
              <a:defRPr sz="5400"/>
            </a:lvl1pPr>
          </a:lstStyle>
          <a:p>
            <a:r>
              <a:rPr lang="en-US"/>
              <a:t>Click to edit Master title style</a:t>
            </a:r>
            <a:endParaRPr lang="en-PL"/>
          </a:p>
        </p:txBody>
      </p:sp>
      <p:sp>
        <p:nvSpPr>
          <p:cNvPr id="34" name="Text Placeholder 33">
            <a:extLst>
              <a:ext uri="{FF2B5EF4-FFF2-40B4-BE49-F238E27FC236}">
                <a16:creationId xmlns:a16="http://schemas.microsoft.com/office/drawing/2014/main" id="{D09EA9EC-658D-5DAE-6157-50A4AA284434}"/>
              </a:ext>
            </a:extLst>
          </p:cNvPr>
          <p:cNvSpPr>
            <a:spLocks noGrp="1"/>
          </p:cNvSpPr>
          <p:nvPr>
            <p:ph type="body" sz="quarter" idx="14"/>
          </p:nvPr>
        </p:nvSpPr>
        <p:spPr>
          <a:xfrm>
            <a:off x="549275" y="5251824"/>
            <a:ext cx="6578080" cy="659722"/>
          </a:xfrm>
          <a:prstGeom prst="rect">
            <a:avLst/>
          </a:prstGeom>
        </p:spPr>
        <p:txBody>
          <a:bodyPr/>
          <a:lstStyle/>
          <a:p>
            <a:pPr lvl="0"/>
            <a:r>
              <a:rPr lang="en-US"/>
              <a:t>Click to edit Master text styles</a:t>
            </a:r>
          </a:p>
        </p:txBody>
      </p:sp>
      <p:sp>
        <p:nvSpPr>
          <p:cNvPr id="3" name="Rectangle 2">
            <a:extLst>
              <a:ext uri="{FF2B5EF4-FFF2-40B4-BE49-F238E27FC236}">
                <a16:creationId xmlns:a16="http://schemas.microsoft.com/office/drawing/2014/main" id="{9E9DF3E1-890B-0648-08D7-23F6A17377B7}"/>
              </a:ext>
            </a:extLst>
          </p:cNvPr>
          <p:cNvSpPr/>
          <p:nvPr userDrawn="1"/>
        </p:nvSpPr>
        <p:spPr>
          <a:xfrm>
            <a:off x="-2" y="0"/>
            <a:ext cx="12192000"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 name="Text Placeholder 33">
            <a:extLst>
              <a:ext uri="{FF2B5EF4-FFF2-40B4-BE49-F238E27FC236}">
                <a16:creationId xmlns:a16="http://schemas.microsoft.com/office/drawing/2014/main" id="{277C0A79-DE12-2C81-D632-2FB7FA13208C}"/>
              </a:ext>
            </a:extLst>
          </p:cNvPr>
          <p:cNvSpPr>
            <a:spLocks noGrp="1"/>
          </p:cNvSpPr>
          <p:nvPr>
            <p:ph type="body" sz="quarter" idx="15"/>
          </p:nvPr>
        </p:nvSpPr>
        <p:spPr>
          <a:xfrm>
            <a:off x="549275" y="5910502"/>
            <a:ext cx="6578080" cy="659722"/>
          </a:xfrm>
          <a:prstGeom prst="rect">
            <a:avLst/>
          </a:prstGeom>
        </p:spPr>
        <p:txBody>
          <a:bodyPr/>
          <a:lstStyle/>
          <a:p>
            <a:pPr lvl="0"/>
            <a:r>
              <a:rPr lang="en-US"/>
              <a:t>Click to edit Master text styles</a:t>
            </a:r>
          </a:p>
        </p:txBody>
      </p:sp>
    </p:spTree>
    <p:extLst>
      <p:ext uri="{BB962C8B-B14F-4D97-AF65-F5344CB8AC3E}">
        <p14:creationId xmlns:p14="http://schemas.microsoft.com/office/powerpoint/2010/main" val="1807295966"/>
      </p:ext>
    </p:extLst>
  </p:cSld>
  <p:clrMapOvr>
    <a:masterClrMapping/>
  </p:clrMapOvr>
  <p:extLst>
    <p:ext uri="{DCECCB84-F9BA-43D5-87BE-67443E8EF086}">
      <p15:sldGuideLst xmlns:p15="http://schemas.microsoft.com/office/powerpoint/2012/main">
        <p15:guide id="1" pos="151">
          <p15:clr>
            <a:srgbClr val="FBAE40"/>
          </p15:clr>
        </p15:guide>
        <p15:guide id="2" pos="3712">
          <p15:clr>
            <a:srgbClr val="FBAE40"/>
          </p15:clr>
        </p15:guide>
        <p15:guide id="3" pos="219">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Message lef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7859991" y="4310970"/>
            <a:ext cx="3776998" cy="844776"/>
          </a:xfrm>
          <a:prstGeom prst="rect">
            <a:avLst/>
          </a:prstGeom>
        </p:spPr>
        <p:txBody>
          <a:bodyPr/>
          <a:lstStyle>
            <a:lvl1pPr algn="l">
              <a:defRPr lang="en-GB" sz="20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7859991" y="5787865"/>
            <a:ext cx="3776998" cy="546064"/>
          </a:xfrm>
          <a:prstGeom prst="rect">
            <a:avLst/>
          </a:prstGeom>
        </p:spPr>
        <p:txBody>
          <a:bodyPr/>
          <a:lstStyle>
            <a:lvl1pPr algn="l">
              <a:defRPr lang="en-GB" sz="14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grpSp>
        <p:nvGrpSpPr>
          <p:cNvPr id="5" name="Group 2">
            <a:extLst>
              <a:ext uri="{FF2B5EF4-FFF2-40B4-BE49-F238E27FC236}">
                <a16:creationId xmlns:a16="http://schemas.microsoft.com/office/drawing/2014/main" id="{97C43731-60F1-A1BC-E630-11D1BE6DDE01}"/>
              </a:ext>
            </a:extLst>
          </p:cNvPr>
          <p:cNvGrpSpPr>
            <a:grpSpLocks noChangeAspect="1"/>
          </p:cNvGrpSpPr>
          <p:nvPr userDrawn="1"/>
        </p:nvGrpSpPr>
        <p:grpSpPr>
          <a:xfrm>
            <a:off x="368802" y="6162345"/>
            <a:ext cx="1872000" cy="420870"/>
            <a:chOff x="5094083" y="5360390"/>
            <a:chExt cx="3039349" cy="683316"/>
          </a:xfrm>
          <a:solidFill>
            <a:schemeClr val="bg2"/>
          </a:solidFill>
        </p:grpSpPr>
        <p:sp>
          <p:nvSpPr>
            <p:cNvPr id="13" name="Freeform: Shape 4">
              <a:extLst>
                <a:ext uri="{FF2B5EF4-FFF2-40B4-BE49-F238E27FC236}">
                  <a16:creationId xmlns:a16="http://schemas.microsoft.com/office/drawing/2014/main" id="{E46A43A4-DCDF-7C78-DDEA-21BACBE7C71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sp>
          <p:nvSpPr>
            <p:cNvPr id="14" name="Freeform: Shape 5">
              <a:extLst>
                <a:ext uri="{FF2B5EF4-FFF2-40B4-BE49-F238E27FC236}">
                  <a16:creationId xmlns:a16="http://schemas.microsoft.com/office/drawing/2014/main" id="{D4834A30-F65C-87DF-9AD8-668233946F32}"/>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sp>
          <p:nvSpPr>
            <p:cNvPr id="15" name="Freeform: Shape 6">
              <a:extLst>
                <a:ext uri="{FF2B5EF4-FFF2-40B4-BE49-F238E27FC236}">
                  <a16:creationId xmlns:a16="http://schemas.microsoft.com/office/drawing/2014/main" id="{97CAB39C-AC38-78BE-6460-1AC31467E31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sp>
          <p:nvSpPr>
            <p:cNvPr id="17" name="Freeform: Shape 7">
              <a:extLst>
                <a:ext uri="{FF2B5EF4-FFF2-40B4-BE49-F238E27FC236}">
                  <a16:creationId xmlns:a16="http://schemas.microsoft.com/office/drawing/2014/main" id="{D6E94E64-5DBF-0D94-8FC8-EDC1F82C3D7C}"/>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sp>
          <p:nvSpPr>
            <p:cNvPr id="18" name="Freeform: Shape 8">
              <a:extLst>
                <a:ext uri="{FF2B5EF4-FFF2-40B4-BE49-F238E27FC236}">
                  <a16:creationId xmlns:a16="http://schemas.microsoft.com/office/drawing/2014/main" id="{C730C3C9-943E-DF05-5213-9E27CF02B89F}"/>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grpSp>
      <p:sp>
        <p:nvSpPr>
          <p:cNvPr id="19" name="Rectangle 18">
            <a:extLst>
              <a:ext uri="{FF2B5EF4-FFF2-40B4-BE49-F238E27FC236}">
                <a16:creationId xmlns:a16="http://schemas.microsoft.com/office/drawing/2014/main" id="{F4AB31BA-122A-A70B-066B-977B193EC8FA}"/>
              </a:ext>
            </a:extLst>
          </p:cNvPr>
          <p:cNvSpPr/>
          <p:nvPr userDrawn="1"/>
        </p:nvSpPr>
        <p:spPr>
          <a:xfrm>
            <a:off x="4124632" y="5155746"/>
            <a:ext cx="8067368"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20" name="Title 19">
            <a:extLst>
              <a:ext uri="{FF2B5EF4-FFF2-40B4-BE49-F238E27FC236}">
                <a16:creationId xmlns:a16="http://schemas.microsoft.com/office/drawing/2014/main" id="{B21B0F02-FE4C-511F-A62B-12E2BACE6D5B}"/>
              </a:ext>
            </a:extLst>
          </p:cNvPr>
          <p:cNvSpPr>
            <a:spLocks noGrp="1"/>
          </p:cNvSpPr>
          <p:nvPr>
            <p:ph type="title" hasCustomPrompt="1"/>
          </p:nvPr>
        </p:nvSpPr>
        <p:spPr>
          <a:xfrm>
            <a:off x="-176980" y="-171399"/>
            <a:ext cx="7713140" cy="6199078"/>
          </a:xfrm>
          <a:prstGeom prst="rect">
            <a:avLst/>
          </a:prstGeom>
        </p:spPr>
        <p:txBody>
          <a:bodyPr/>
          <a:lstStyle>
            <a:lvl1pPr>
              <a:lnSpc>
                <a:spcPct val="75000"/>
              </a:lnSpc>
              <a:defRPr sz="17200">
                <a:solidFill>
                  <a:schemeClr val="accent2"/>
                </a:solidFill>
                <a:latin typeface="Ubuntu Light" panose="020B0304030602030204" pitchFamily="34" charset="0"/>
              </a:defRPr>
            </a:lvl1pPr>
          </a:lstStyle>
          <a:p>
            <a:r>
              <a:rPr lang="en-US"/>
              <a:t>Master title style</a:t>
            </a:r>
          </a:p>
        </p:txBody>
      </p:sp>
    </p:spTree>
    <p:extLst>
      <p:ext uri="{BB962C8B-B14F-4D97-AF65-F5344CB8AC3E}">
        <p14:creationId xmlns:p14="http://schemas.microsoft.com/office/powerpoint/2010/main" val="2959292401"/>
      </p:ext>
    </p:extLst>
  </p:cSld>
  <p:clrMapOvr>
    <a:masterClrMapping/>
  </p:clrMapOvr>
  <p:extLst>
    <p:ext uri="{DCECCB84-F9BA-43D5-87BE-67443E8EF086}">
      <p15:sldGuideLst xmlns:p15="http://schemas.microsoft.com/office/powerpoint/2012/main">
        <p15:guide id="1" pos="151">
          <p15:clr>
            <a:srgbClr val="FBAE40"/>
          </p15:clr>
        </p15:guide>
        <p15:guide id="2" pos="3712">
          <p15:clr>
            <a:srgbClr val="FBAE40"/>
          </p15:clr>
        </p15:guide>
        <p15:guide id="3" pos="219">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3">
    <p:spTree>
      <p:nvGrpSpPr>
        <p:cNvPr id="1" name=""/>
        <p:cNvGrpSpPr/>
        <p:nvPr/>
      </p:nvGrpSpPr>
      <p:grpSpPr>
        <a:xfrm>
          <a:off x="0" y="0"/>
          <a:ext cx="0" cy="0"/>
          <a:chOff x="0" y="0"/>
          <a:chExt cx="0" cy="0"/>
        </a:xfrm>
      </p:grpSpPr>
      <p:sp>
        <p:nvSpPr>
          <p:cNvPr id="32" name="Picture Placeholder 10">
            <a:extLst>
              <a:ext uri="{FF2B5EF4-FFF2-40B4-BE49-F238E27FC236}">
                <a16:creationId xmlns:a16="http://schemas.microsoft.com/office/drawing/2014/main" id="{3ACE82B0-62A7-4716-0770-25177C6C2523}"/>
              </a:ext>
            </a:extLst>
          </p:cNvPr>
          <p:cNvSpPr>
            <a:spLocks noGrp="1"/>
          </p:cNvSpPr>
          <p:nvPr>
            <p:ph type="pic" sz="quarter" idx="13" hasCustomPrompt="1"/>
          </p:nvPr>
        </p:nvSpPr>
        <p:spPr>
          <a:xfrm>
            <a:off x="180001" y="0"/>
            <a:ext cx="12011999"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grpSp>
        <p:nvGrpSpPr>
          <p:cNvPr id="33" name="Group 2">
            <a:extLst>
              <a:ext uri="{FF2B5EF4-FFF2-40B4-BE49-F238E27FC236}">
                <a16:creationId xmlns:a16="http://schemas.microsoft.com/office/drawing/2014/main" id="{8F46E283-C322-4D6F-0C87-E9B5787BEF80}"/>
              </a:ext>
            </a:extLst>
          </p:cNvPr>
          <p:cNvGrpSpPr>
            <a:grpSpLocks noChangeAspect="1"/>
          </p:cNvGrpSpPr>
          <p:nvPr userDrawn="1"/>
        </p:nvGrpSpPr>
        <p:grpSpPr>
          <a:xfrm>
            <a:off x="9912013" y="6122117"/>
            <a:ext cx="1872000" cy="420870"/>
            <a:chOff x="5094083" y="5360390"/>
            <a:chExt cx="3039349" cy="683316"/>
          </a:xfrm>
          <a:solidFill>
            <a:schemeClr val="accent1"/>
          </a:solidFill>
        </p:grpSpPr>
        <p:sp>
          <p:nvSpPr>
            <p:cNvPr id="34" name="Freeform: Shape 4">
              <a:extLst>
                <a:ext uri="{FF2B5EF4-FFF2-40B4-BE49-F238E27FC236}">
                  <a16:creationId xmlns:a16="http://schemas.microsoft.com/office/drawing/2014/main" id="{E7C6E56A-237E-269F-8948-94D8630922C0}"/>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35" name="Freeform: Shape 5">
              <a:extLst>
                <a:ext uri="{FF2B5EF4-FFF2-40B4-BE49-F238E27FC236}">
                  <a16:creationId xmlns:a16="http://schemas.microsoft.com/office/drawing/2014/main" id="{69EF9104-8430-F98A-7A15-FE04244E2D36}"/>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36" name="Freeform: Shape 6">
              <a:extLst>
                <a:ext uri="{FF2B5EF4-FFF2-40B4-BE49-F238E27FC236}">
                  <a16:creationId xmlns:a16="http://schemas.microsoft.com/office/drawing/2014/main" id="{0398A75A-EE7F-6840-B64B-CD550ECF76E3}"/>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37" name="Freeform: Shape 7">
              <a:extLst>
                <a:ext uri="{FF2B5EF4-FFF2-40B4-BE49-F238E27FC236}">
                  <a16:creationId xmlns:a16="http://schemas.microsoft.com/office/drawing/2014/main" id="{3586F6A8-69A4-9382-D0C9-7CA34851C34A}"/>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38" name="Freeform: Shape 8">
              <a:extLst>
                <a:ext uri="{FF2B5EF4-FFF2-40B4-BE49-F238E27FC236}">
                  <a16:creationId xmlns:a16="http://schemas.microsoft.com/office/drawing/2014/main" id="{3814A5D2-6C0A-D1F0-266D-7ECB31C3E8E6}"/>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39" name="Title 31">
            <a:extLst>
              <a:ext uri="{FF2B5EF4-FFF2-40B4-BE49-F238E27FC236}">
                <a16:creationId xmlns:a16="http://schemas.microsoft.com/office/drawing/2014/main" id="{F322BC76-B62D-13E1-DFD4-1C84E6221D02}"/>
              </a:ext>
            </a:extLst>
          </p:cNvPr>
          <p:cNvSpPr>
            <a:spLocks noGrp="1"/>
          </p:cNvSpPr>
          <p:nvPr>
            <p:ph type="title"/>
          </p:nvPr>
        </p:nvSpPr>
        <p:spPr>
          <a:xfrm>
            <a:off x="1214394" y="1628775"/>
            <a:ext cx="6578080" cy="3335273"/>
          </a:xfrm>
          <a:prstGeom prst="rect">
            <a:avLst/>
          </a:prstGeom>
        </p:spPr>
        <p:txBody>
          <a:bodyPr anchor="b"/>
          <a:lstStyle>
            <a:lvl1pPr>
              <a:lnSpc>
                <a:spcPct val="90000"/>
              </a:lnSpc>
              <a:defRPr sz="7200">
                <a:latin typeface="Ubuntu Light" panose="020B0304030602030204" pitchFamily="34" charset="0"/>
              </a:defRPr>
            </a:lvl1pPr>
          </a:lstStyle>
          <a:p>
            <a:r>
              <a:rPr lang="en-US"/>
              <a:t>Click to edit Master title style</a:t>
            </a:r>
            <a:endParaRPr lang="en-PL"/>
          </a:p>
        </p:txBody>
      </p:sp>
      <p:sp>
        <p:nvSpPr>
          <p:cNvPr id="40" name="Text Placeholder 33">
            <a:extLst>
              <a:ext uri="{FF2B5EF4-FFF2-40B4-BE49-F238E27FC236}">
                <a16:creationId xmlns:a16="http://schemas.microsoft.com/office/drawing/2014/main" id="{CA8F7439-A11A-B37F-8E7F-1541F8C360C4}"/>
              </a:ext>
            </a:extLst>
          </p:cNvPr>
          <p:cNvSpPr>
            <a:spLocks noGrp="1"/>
          </p:cNvSpPr>
          <p:nvPr>
            <p:ph type="body" sz="quarter" idx="14"/>
          </p:nvPr>
        </p:nvSpPr>
        <p:spPr>
          <a:xfrm>
            <a:off x="1212285" y="5251824"/>
            <a:ext cx="6578080" cy="659722"/>
          </a:xfrm>
          <a:prstGeom prst="rect">
            <a:avLst/>
          </a:prstGeom>
        </p:spPr>
        <p:txBody>
          <a:bodyPr/>
          <a:lstStyle>
            <a:lvl1pPr>
              <a:defRPr sz="2000" b="0"/>
            </a:lvl1pPr>
          </a:lstStyle>
          <a:p>
            <a:pPr lvl="0"/>
            <a:r>
              <a:rPr lang="en-US"/>
              <a:t>Click to edit Master text styles</a:t>
            </a:r>
          </a:p>
        </p:txBody>
      </p:sp>
      <p:sp>
        <p:nvSpPr>
          <p:cNvPr id="3" name="Rectangle 2">
            <a:extLst>
              <a:ext uri="{FF2B5EF4-FFF2-40B4-BE49-F238E27FC236}">
                <a16:creationId xmlns:a16="http://schemas.microsoft.com/office/drawing/2014/main" id="{731224E1-CA4F-0875-C5F0-35D33EADD2EB}"/>
              </a:ext>
            </a:extLst>
          </p:cNvPr>
          <p:cNvSpPr/>
          <p:nvPr userDrawn="1"/>
        </p:nvSpPr>
        <p:spPr>
          <a:xfrm rot="16200000">
            <a:off x="-3338999"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 name="Text Placeholder 33">
            <a:extLst>
              <a:ext uri="{FF2B5EF4-FFF2-40B4-BE49-F238E27FC236}">
                <a16:creationId xmlns:a16="http://schemas.microsoft.com/office/drawing/2014/main" id="{F38081E3-C84E-8E42-A77A-A602E5F45BEC}"/>
              </a:ext>
            </a:extLst>
          </p:cNvPr>
          <p:cNvSpPr>
            <a:spLocks noGrp="1"/>
          </p:cNvSpPr>
          <p:nvPr>
            <p:ph type="body" sz="quarter" idx="15"/>
          </p:nvPr>
        </p:nvSpPr>
        <p:spPr>
          <a:xfrm>
            <a:off x="1212285" y="5910502"/>
            <a:ext cx="6578080" cy="659722"/>
          </a:xfrm>
          <a:prstGeom prst="rect">
            <a:avLst/>
          </a:prstGeom>
        </p:spPr>
        <p:txBody>
          <a:bodyPr/>
          <a:lstStyle/>
          <a:p>
            <a:pPr lvl="0"/>
            <a:r>
              <a:rPr lang="en-US"/>
              <a:t>Click to edit Master text styles</a:t>
            </a:r>
          </a:p>
        </p:txBody>
      </p:sp>
    </p:spTree>
    <p:extLst>
      <p:ext uri="{BB962C8B-B14F-4D97-AF65-F5344CB8AC3E}">
        <p14:creationId xmlns:p14="http://schemas.microsoft.com/office/powerpoint/2010/main" val="1070284759"/>
      </p:ext>
    </p:extLst>
  </p:cSld>
  <p:clrMapOvr>
    <a:masterClrMapping/>
  </p:clrMapOvr>
  <p:extLst>
    <p:ext uri="{DCECCB84-F9BA-43D5-87BE-67443E8EF086}">
      <p15:sldGuideLst xmlns:p15="http://schemas.microsoft.com/office/powerpoint/2012/main">
        <p15:guide id="1" pos="151">
          <p15:clr>
            <a:srgbClr val="FBAE40"/>
          </p15:clr>
        </p15:guide>
        <p15:guide id="2" pos="3712">
          <p15:clr>
            <a:srgbClr val="FBAE40"/>
          </p15:clr>
        </p15:guide>
        <p15:guide id="3" pos="219">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Slide 4">
    <p:spTree>
      <p:nvGrpSpPr>
        <p:cNvPr id="1" name=""/>
        <p:cNvGrpSpPr/>
        <p:nvPr/>
      </p:nvGrpSpPr>
      <p:grpSpPr>
        <a:xfrm>
          <a:off x="0" y="0"/>
          <a:ext cx="0" cy="0"/>
          <a:chOff x="0" y="0"/>
          <a:chExt cx="0" cy="0"/>
        </a:xfrm>
      </p:grpSpPr>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9460018" y="1"/>
            <a:ext cx="2731981" cy="3429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p>
        </p:txBody>
      </p:sp>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0" y="0"/>
            <a:ext cx="9280018"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grpSp>
        <p:nvGrpSpPr>
          <p:cNvPr id="35" name="Group 2">
            <a:extLst>
              <a:ext uri="{FF2B5EF4-FFF2-40B4-BE49-F238E27FC236}">
                <a16:creationId xmlns:a16="http://schemas.microsoft.com/office/drawing/2014/main" id="{586CA03F-ED76-1D2D-90A8-504016961D55}"/>
              </a:ext>
            </a:extLst>
          </p:cNvPr>
          <p:cNvGrpSpPr>
            <a:grpSpLocks noChangeAspect="1"/>
          </p:cNvGrpSpPr>
          <p:nvPr userDrawn="1"/>
        </p:nvGrpSpPr>
        <p:grpSpPr>
          <a:xfrm>
            <a:off x="9912013" y="6122117"/>
            <a:ext cx="1872000" cy="420870"/>
            <a:chOff x="5094083" y="5360390"/>
            <a:chExt cx="3039349" cy="683316"/>
          </a:xfrm>
          <a:solidFill>
            <a:schemeClr val="bg1"/>
          </a:solidFill>
        </p:grpSpPr>
        <p:sp>
          <p:nvSpPr>
            <p:cNvPr id="36" name="Freeform: Shape 4">
              <a:extLst>
                <a:ext uri="{FF2B5EF4-FFF2-40B4-BE49-F238E27FC236}">
                  <a16:creationId xmlns:a16="http://schemas.microsoft.com/office/drawing/2014/main" id="{04CD9986-2686-D8E3-9192-8BEB77750D7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37" name="Freeform: Shape 5">
              <a:extLst>
                <a:ext uri="{FF2B5EF4-FFF2-40B4-BE49-F238E27FC236}">
                  <a16:creationId xmlns:a16="http://schemas.microsoft.com/office/drawing/2014/main" id="{7CD40094-AC2F-9457-AD3F-9AAA89E00C4A}"/>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38" name="Freeform: Shape 6">
              <a:extLst>
                <a:ext uri="{FF2B5EF4-FFF2-40B4-BE49-F238E27FC236}">
                  <a16:creationId xmlns:a16="http://schemas.microsoft.com/office/drawing/2014/main" id="{682D97D4-A5DA-2B1D-3407-13658458A52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39" name="Freeform: Shape 7">
              <a:extLst>
                <a:ext uri="{FF2B5EF4-FFF2-40B4-BE49-F238E27FC236}">
                  <a16:creationId xmlns:a16="http://schemas.microsoft.com/office/drawing/2014/main" id="{FEBEF87B-7156-68DF-4D8A-E84D8A4F0EA2}"/>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40" name="Freeform: Shape 8">
              <a:extLst>
                <a:ext uri="{FF2B5EF4-FFF2-40B4-BE49-F238E27FC236}">
                  <a16:creationId xmlns:a16="http://schemas.microsoft.com/office/drawing/2014/main" id="{3A0B75AC-0F93-D7BF-2568-50E1CFEDF0CA}"/>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44" name="Title 31">
            <a:extLst>
              <a:ext uri="{FF2B5EF4-FFF2-40B4-BE49-F238E27FC236}">
                <a16:creationId xmlns:a16="http://schemas.microsoft.com/office/drawing/2014/main" id="{3551E8D5-6D03-58C4-2A78-E73615CBFD4C}"/>
              </a:ext>
            </a:extLst>
          </p:cNvPr>
          <p:cNvSpPr>
            <a:spLocks noGrp="1"/>
          </p:cNvSpPr>
          <p:nvPr>
            <p:ph type="title"/>
          </p:nvPr>
        </p:nvSpPr>
        <p:spPr>
          <a:xfrm>
            <a:off x="551384" y="1628775"/>
            <a:ext cx="6578080" cy="3589714"/>
          </a:xfrm>
          <a:prstGeom prst="rect">
            <a:avLst/>
          </a:prstGeom>
        </p:spPr>
        <p:txBody>
          <a:bodyPr anchor="b"/>
          <a:lstStyle>
            <a:lvl1pPr>
              <a:defRPr sz="5400">
                <a:solidFill>
                  <a:schemeClr val="bg1"/>
                </a:solidFill>
              </a:defRPr>
            </a:lvl1pPr>
          </a:lstStyle>
          <a:p>
            <a:r>
              <a:rPr lang="en-US"/>
              <a:t>Click to edit Master title style</a:t>
            </a:r>
            <a:endParaRPr lang="en-PL"/>
          </a:p>
        </p:txBody>
      </p:sp>
      <p:sp>
        <p:nvSpPr>
          <p:cNvPr id="45" name="Text Placeholder 33">
            <a:extLst>
              <a:ext uri="{FF2B5EF4-FFF2-40B4-BE49-F238E27FC236}">
                <a16:creationId xmlns:a16="http://schemas.microsoft.com/office/drawing/2014/main" id="{AE8BF6B9-54E0-50CF-ED1F-1556FC6C0905}"/>
              </a:ext>
            </a:extLst>
          </p:cNvPr>
          <p:cNvSpPr>
            <a:spLocks noGrp="1"/>
          </p:cNvSpPr>
          <p:nvPr>
            <p:ph type="body" sz="quarter" idx="15"/>
          </p:nvPr>
        </p:nvSpPr>
        <p:spPr>
          <a:xfrm>
            <a:off x="9912013" y="3893182"/>
            <a:ext cx="1872000" cy="1123397"/>
          </a:xfrm>
          <a:prstGeom prst="rect">
            <a:avLst/>
          </a:prstGeom>
        </p:spPr>
        <p:txBody>
          <a:bodyPr anchor="b">
            <a:noAutofit/>
          </a:bodyPr>
          <a:lstStyle>
            <a:lvl1pPr>
              <a:defRPr sz="2000"/>
            </a:lvl1pPr>
          </a:lstStyle>
          <a:p>
            <a:pPr lvl="0"/>
            <a:r>
              <a:rPr lang="en-US"/>
              <a:t>Click to edit Master text styles</a:t>
            </a:r>
          </a:p>
        </p:txBody>
      </p:sp>
      <p:sp>
        <p:nvSpPr>
          <p:cNvPr id="4" name="Rectangle 3">
            <a:extLst>
              <a:ext uri="{FF2B5EF4-FFF2-40B4-BE49-F238E27FC236}">
                <a16:creationId xmlns:a16="http://schemas.microsoft.com/office/drawing/2014/main" id="{78D281D9-C9E0-F6DF-2438-F4992F7D29D2}"/>
              </a:ext>
            </a:extLst>
          </p:cNvPr>
          <p:cNvSpPr/>
          <p:nvPr userDrawn="1"/>
        </p:nvSpPr>
        <p:spPr>
          <a:xfrm rot="16200000">
            <a:off x="5941020"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3" name="Text Placeholder 33">
            <a:extLst>
              <a:ext uri="{FF2B5EF4-FFF2-40B4-BE49-F238E27FC236}">
                <a16:creationId xmlns:a16="http://schemas.microsoft.com/office/drawing/2014/main" id="{F95A3A44-A840-3420-E0A4-A35DB913338B}"/>
              </a:ext>
            </a:extLst>
          </p:cNvPr>
          <p:cNvSpPr>
            <a:spLocks noGrp="1"/>
          </p:cNvSpPr>
          <p:nvPr>
            <p:ph type="body" sz="quarter" idx="16"/>
          </p:nvPr>
        </p:nvSpPr>
        <p:spPr>
          <a:xfrm>
            <a:off x="9912013" y="5264061"/>
            <a:ext cx="1872000" cy="522985"/>
          </a:xfrm>
          <a:prstGeom prst="rect">
            <a:avLst/>
          </a:prstGeom>
        </p:spPr>
        <p:txBody>
          <a:bodyPr/>
          <a:lstStyle/>
          <a:p>
            <a:pPr lvl="0"/>
            <a:r>
              <a:rPr lang="en-US"/>
              <a:t>Click to edit Master text styles</a:t>
            </a:r>
          </a:p>
        </p:txBody>
      </p:sp>
    </p:spTree>
    <p:extLst>
      <p:ext uri="{BB962C8B-B14F-4D97-AF65-F5344CB8AC3E}">
        <p14:creationId xmlns:p14="http://schemas.microsoft.com/office/powerpoint/2010/main" val="706016799"/>
      </p:ext>
    </p:extLst>
  </p:cSld>
  <p:clrMapOvr>
    <a:masterClrMapping/>
  </p:clrMapOvr>
  <p:extLst>
    <p:ext uri="{DCECCB84-F9BA-43D5-87BE-67443E8EF086}">
      <p15:sldGuideLst xmlns:p15="http://schemas.microsoft.com/office/powerpoint/2012/main">
        <p15:guide id="1" pos="151">
          <p15:clr>
            <a:srgbClr val="FBAE40"/>
          </p15:clr>
        </p15:guide>
        <p15:guide id="2" pos="3712">
          <p15:clr>
            <a:srgbClr val="FBAE40"/>
          </p15:clr>
        </p15:guide>
        <p15:guide id="3" pos="219">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Slide 6">
    <p:spTree>
      <p:nvGrpSpPr>
        <p:cNvPr id="1" name=""/>
        <p:cNvGrpSpPr/>
        <p:nvPr/>
      </p:nvGrpSpPr>
      <p:grpSpPr>
        <a:xfrm>
          <a:off x="0" y="0"/>
          <a:ext cx="0" cy="0"/>
          <a:chOff x="0" y="0"/>
          <a:chExt cx="0" cy="0"/>
        </a:xfrm>
      </p:grpSpPr>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0" y="0"/>
            <a:ext cx="9280018"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9460018" y="0"/>
            <a:ext cx="2731981" cy="4949047"/>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p>
        </p:txBody>
      </p:sp>
      <p:grpSp>
        <p:nvGrpSpPr>
          <p:cNvPr id="35" name="Group 2">
            <a:extLst>
              <a:ext uri="{FF2B5EF4-FFF2-40B4-BE49-F238E27FC236}">
                <a16:creationId xmlns:a16="http://schemas.microsoft.com/office/drawing/2014/main" id="{586CA03F-ED76-1D2D-90A8-504016961D55}"/>
              </a:ext>
            </a:extLst>
          </p:cNvPr>
          <p:cNvGrpSpPr>
            <a:grpSpLocks noChangeAspect="1"/>
          </p:cNvGrpSpPr>
          <p:nvPr userDrawn="1"/>
        </p:nvGrpSpPr>
        <p:grpSpPr>
          <a:xfrm>
            <a:off x="9912013" y="6122117"/>
            <a:ext cx="1872000" cy="420870"/>
            <a:chOff x="5094083" y="5360390"/>
            <a:chExt cx="3039349" cy="683316"/>
          </a:xfrm>
          <a:solidFill>
            <a:schemeClr val="bg1"/>
          </a:solidFill>
        </p:grpSpPr>
        <p:sp>
          <p:nvSpPr>
            <p:cNvPr id="36" name="Freeform: Shape 4">
              <a:extLst>
                <a:ext uri="{FF2B5EF4-FFF2-40B4-BE49-F238E27FC236}">
                  <a16:creationId xmlns:a16="http://schemas.microsoft.com/office/drawing/2014/main" id="{04CD9986-2686-D8E3-9192-8BEB77750D7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37" name="Freeform: Shape 5">
              <a:extLst>
                <a:ext uri="{FF2B5EF4-FFF2-40B4-BE49-F238E27FC236}">
                  <a16:creationId xmlns:a16="http://schemas.microsoft.com/office/drawing/2014/main" id="{7CD40094-AC2F-9457-AD3F-9AAA89E00C4A}"/>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38" name="Freeform: Shape 6">
              <a:extLst>
                <a:ext uri="{FF2B5EF4-FFF2-40B4-BE49-F238E27FC236}">
                  <a16:creationId xmlns:a16="http://schemas.microsoft.com/office/drawing/2014/main" id="{682D97D4-A5DA-2B1D-3407-13658458A52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39" name="Freeform: Shape 7">
              <a:extLst>
                <a:ext uri="{FF2B5EF4-FFF2-40B4-BE49-F238E27FC236}">
                  <a16:creationId xmlns:a16="http://schemas.microsoft.com/office/drawing/2014/main" id="{FEBEF87B-7156-68DF-4D8A-E84D8A4F0EA2}"/>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40" name="Freeform: Shape 8">
              <a:extLst>
                <a:ext uri="{FF2B5EF4-FFF2-40B4-BE49-F238E27FC236}">
                  <a16:creationId xmlns:a16="http://schemas.microsoft.com/office/drawing/2014/main" id="{3A0B75AC-0F93-D7BF-2568-50E1CFEDF0CA}"/>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44" name="Title 31">
            <a:extLst>
              <a:ext uri="{FF2B5EF4-FFF2-40B4-BE49-F238E27FC236}">
                <a16:creationId xmlns:a16="http://schemas.microsoft.com/office/drawing/2014/main" id="{3551E8D5-6D03-58C4-2A78-E73615CBFD4C}"/>
              </a:ext>
            </a:extLst>
          </p:cNvPr>
          <p:cNvSpPr>
            <a:spLocks noGrp="1"/>
          </p:cNvSpPr>
          <p:nvPr>
            <p:ph type="title"/>
          </p:nvPr>
        </p:nvSpPr>
        <p:spPr>
          <a:xfrm>
            <a:off x="5087887" y="549275"/>
            <a:ext cx="4036154" cy="3815829"/>
          </a:xfrm>
          <a:prstGeom prst="rect">
            <a:avLst/>
          </a:prstGeom>
        </p:spPr>
        <p:txBody>
          <a:bodyPr anchor="b"/>
          <a:lstStyle>
            <a:lvl1pPr>
              <a:defRPr sz="6600">
                <a:solidFill>
                  <a:schemeClr val="bg1"/>
                </a:solidFill>
                <a:latin typeface="Ubuntu Light" panose="020B0304030602030204" pitchFamily="34" charset="0"/>
              </a:defRPr>
            </a:lvl1pPr>
          </a:lstStyle>
          <a:p>
            <a:r>
              <a:rPr lang="en-US"/>
              <a:t>Click to edit Master title style</a:t>
            </a:r>
            <a:endParaRPr lang="en-PL"/>
          </a:p>
        </p:txBody>
      </p:sp>
      <p:sp>
        <p:nvSpPr>
          <p:cNvPr id="45" name="Text Placeholder 33">
            <a:extLst>
              <a:ext uri="{FF2B5EF4-FFF2-40B4-BE49-F238E27FC236}">
                <a16:creationId xmlns:a16="http://schemas.microsoft.com/office/drawing/2014/main" id="{AE8BF6B9-54E0-50CF-ED1F-1556FC6C0905}"/>
              </a:ext>
            </a:extLst>
          </p:cNvPr>
          <p:cNvSpPr>
            <a:spLocks noGrp="1"/>
          </p:cNvSpPr>
          <p:nvPr>
            <p:ph type="body" sz="quarter" idx="15"/>
          </p:nvPr>
        </p:nvSpPr>
        <p:spPr>
          <a:xfrm>
            <a:off x="5159897" y="4725144"/>
            <a:ext cx="3964144" cy="316404"/>
          </a:xfrm>
          <a:prstGeom prst="rect">
            <a:avLst/>
          </a:prstGeom>
        </p:spPr>
        <p:txBody>
          <a:bodyPr anchor="b">
            <a:noAutofit/>
          </a:bodyPr>
          <a:lstStyle>
            <a:lvl1pPr>
              <a:defRPr sz="2000">
                <a:solidFill>
                  <a:schemeClr val="bg1"/>
                </a:solidFill>
              </a:defRPr>
            </a:lvl1pPr>
          </a:lstStyle>
          <a:p>
            <a:pPr lvl="0"/>
            <a:r>
              <a:rPr lang="en-US"/>
              <a:t>Click to edit Master text styles</a:t>
            </a:r>
          </a:p>
        </p:txBody>
      </p:sp>
      <p:sp>
        <p:nvSpPr>
          <p:cNvPr id="4" name="Rectangle 3">
            <a:extLst>
              <a:ext uri="{FF2B5EF4-FFF2-40B4-BE49-F238E27FC236}">
                <a16:creationId xmlns:a16="http://schemas.microsoft.com/office/drawing/2014/main" id="{78D281D9-C9E0-F6DF-2438-F4992F7D29D2}"/>
              </a:ext>
            </a:extLst>
          </p:cNvPr>
          <p:cNvSpPr/>
          <p:nvPr userDrawn="1"/>
        </p:nvSpPr>
        <p:spPr>
          <a:xfrm rot="16200000">
            <a:off x="5941020"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3" name="Text Placeholder 33">
            <a:extLst>
              <a:ext uri="{FF2B5EF4-FFF2-40B4-BE49-F238E27FC236}">
                <a16:creationId xmlns:a16="http://schemas.microsoft.com/office/drawing/2014/main" id="{F95A3A44-A840-3420-E0A4-A35DB913338B}"/>
              </a:ext>
            </a:extLst>
          </p:cNvPr>
          <p:cNvSpPr>
            <a:spLocks noGrp="1"/>
          </p:cNvSpPr>
          <p:nvPr>
            <p:ph type="body" sz="quarter" idx="16"/>
          </p:nvPr>
        </p:nvSpPr>
        <p:spPr>
          <a:xfrm>
            <a:off x="9912013" y="5264061"/>
            <a:ext cx="1872000" cy="522985"/>
          </a:xfrm>
          <a:prstGeom prst="rect">
            <a:avLst/>
          </a:prstGeom>
        </p:spPr>
        <p:txBody>
          <a:bodyPr/>
          <a:lstStyle/>
          <a:p>
            <a:pPr lvl="0"/>
            <a:r>
              <a:rPr lang="en-US"/>
              <a:t>Click to edit Master text styles</a:t>
            </a:r>
          </a:p>
        </p:txBody>
      </p:sp>
    </p:spTree>
    <p:extLst>
      <p:ext uri="{BB962C8B-B14F-4D97-AF65-F5344CB8AC3E}">
        <p14:creationId xmlns:p14="http://schemas.microsoft.com/office/powerpoint/2010/main" val="350757475"/>
      </p:ext>
    </p:extLst>
  </p:cSld>
  <p:clrMapOvr>
    <a:masterClrMapping/>
  </p:clrMapOvr>
  <p:extLst>
    <p:ext uri="{DCECCB84-F9BA-43D5-87BE-67443E8EF086}">
      <p15:sldGuideLst xmlns:p15="http://schemas.microsoft.com/office/powerpoint/2012/main">
        <p15:guide id="1" pos="151">
          <p15:clr>
            <a:srgbClr val="FBAE40"/>
          </p15:clr>
        </p15:guide>
        <p15:guide id="2" pos="3712">
          <p15:clr>
            <a:srgbClr val="FBAE40"/>
          </p15:clr>
        </p15:guide>
        <p15:guide id="3" pos="219">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Slide 5">
    <p:spTree>
      <p:nvGrpSpPr>
        <p:cNvPr id="1" name=""/>
        <p:cNvGrpSpPr/>
        <p:nvPr/>
      </p:nvGrpSpPr>
      <p:grpSpPr>
        <a:xfrm>
          <a:off x="0" y="0"/>
          <a:ext cx="0" cy="0"/>
          <a:chOff x="0" y="0"/>
          <a:chExt cx="0" cy="0"/>
        </a:xfrm>
      </p:grpSpPr>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1" y="1"/>
            <a:ext cx="2736773" cy="3429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p>
        </p:txBody>
      </p:sp>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2916774" y="0"/>
            <a:ext cx="9275226"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grpSp>
        <p:nvGrpSpPr>
          <p:cNvPr id="35" name="Group 2">
            <a:extLst>
              <a:ext uri="{FF2B5EF4-FFF2-40B4-BE49-F238E27FC236}">
                <a16:creationId xmlns:a16="http://schemas.microsoft.com/office/drawing/2014/main" id="{586CA03F-ED76-1D2D-90A8-504016961D55}"/>
              </a:ext>
            </a:extLst>
          </p:cNvPr>
          <p:cNvGrpSpPr>
            <a:grpSpLocks noChangeAspect="1"/>
          </p:cNvGrpSpPr>
          <p:nvPr userDrawn="1"/>
        </p:nvGrpSpPr>
        <p:grpSpPr>
          <a:xfrm>
            <a:off x="357195" y="6122117"/>
            <a:ext cx="1872000" cy="420870"/>
            <a:chOff x="5094083" y="5360390"/>
            <a:chExt cx="3039349" cy="683316"/>
          </a:xfrm>
          <a:solidFill>
            <a:schemeClr val="bg1"/>
          </a:solidFill>
        </p:grpSpPr>
        <p:sp>
          <p:nvSpPr>
            <p:cNvPr id="36" name="Freeform: Shape 4">
              <a:extLst>
                <a:ext uri="{FF2B5EF4-FFF2-40B4-BE49-F238E27FC236}">
                  <a16:creationId xmlns:a16="http://schemas.microsoft.com/office/drawing/2014/main" id="{04CD9986-2686-D8E3-9192-8BEB77750D7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37" name="Freeform: Shape 5">
              <a:extLst>
                <a:ext uri="{FF2B5EF4-FFF2-40B4-BE49-F238E27FC236}">
                  <a16:creationId xmlns:a16="http://schemas.microsoft.com/office/drawing/2014/main" id="{7CD40094-AC2F-9457-AD3F-9AAA89E00C4A}"/>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38" name="Freeform: Shape 6">
              <a:extLst>
                <a:ext uri="{FF2B5EF4-FFF2-40B4-BE49-F238E27FC236}">
                  <a16:creationId xmlns:a16="http://schemas.microsoft.com/office/drawing/2014/main" id="{682D97D4-A5DA-2B1D-3407-13658458A52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39" name="Freeform: Shape 7">
              <a:extLst>
                <a:ext uri="{FF2B5EF4-FFF2-40B4-BE49-F238E27FC236}">
                  <a16:creationId xmlns:a16="http://schemas.microsoft.com/office/drawing/2014/main" id="{FEBEF87B-7156-68DF-4D8A-E84D8A4F0EA2}"/>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40" name="Freeform: Shape 8">
              <a:extLst>
                <a:ext uri="{FF2B5EF4-FFF2-40B4-BE49-F238E27FC236}">
                  <a16:creationId xmlns:a16="http://schemas.microsoft.com/office/drawing/2014/main" id="{3A0B75AC-0F93-D7BF-2568-50E1CFEDF0CA}"/>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3" name="Title 31">
            <a:extLst>
              <a:ext uri="{FF2B5EF4-FFF2-40B4-BE49-F238E27FC236}">
                <a16:creationId xmlns:a16="http://schemas.microsoft.com/office/drawing/2014/main" id="{D8CA367F-44BB-C4B7-EA59-F1D6214DB4D2}"/>
              </a:ext>
            </a:extLst>
          </p:cNvPr>
          <p:cNvSpPr>
            <a:spLocks noGrp="1"/>
          </p:cNvSpPr>
          <p:nvPr>
            <p:ph type="title"/>
          </p:nvPr>
        </p:nvSpPr>
        <p:spPr>
          <a:xfrm>
            <a:off x="3401003" y="1628775"/>
            <a:ext cx="6578080" cy="3589714"/>
          </a:xfrm>
          <a:prstGeom prst="rect">
            <a:avLst/>
          </a:prstGeom>
        </p:spPr>
        <p:txBody>
          <a:bodyPr anchor="b"/>
          <a:lstStyle>
            <a:lvl1pPr>
              <a:defRPr sz="5400"/>
            </a:lvl1pPr>
          </a:lstStyle>
          <a:p>
            <a:r>
              <a:rPr lang="en-US"/>
              <a:t>Click to edit Master title style</a:t>
            </a:r>
            <a:endParaRPr lang="en-PL"/>
          </a:p>
        </p:txBody>
      </p:sp>
      <p:sp>
        <p:nvSpPr>
          <p:cNvPr id="6" name="Rectangle 5">
            <a:extLst>
              <a:ext uri="{FF2B5EF4-FFF2-40B4-BE49-F238E27FC236}">
                <a16:creationId xmlns:a16="http://schemas.microsoft.com/office/drawing/2014/main" id="{308E3512-1EC7-FD95-4A22-F366C773E9C4}"/>
              </a:ext>
            </a:extLst>
          </p:cNvPr>
          <p:cNvSpPr/>
          <p:nvPr userDrawn="1"/>
        </p:nvSpPr>
        <p:spPr>
          <a:xfrm rot="16200000">
            <a:off x="-602226"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5" name="Text Placeholder 33">
            <a:extLst>
              <a:ext uri="{FF2B5EF4-FFF2-40B4-BE49-F238E27FC236}">
                <a16:creationId xmlns:a16="http://schemas.microsoft.com/office/drawing/2014/main" id="{940C889E-4F97-F9FE-39C5-DFA541A122BB}"/>
              </a:ext>
            </a:extLst>
          </p:cNvPr>
          <p:cNvSpPr>
            <a:spLocks noGrp="1"/>
          </p:cNvSpPr>
          <p:nvPr>
            <p:ph type="body" sz="quarter" idx="16"/>
          </p:nvPr>
        </p:nvSpPr>
        <p:spPr>
          <a:xfrm>
            <a:off x="357195" y="3893182"/>
            <a:ext cx="2088292" cy="1123397"/>
          </a:xfrm>
          <a:prstGeom prst="rect">
            <a:avLst/>
          </a:prstGeom>
        </p:spPr>
        <p:txBody>
          <a:bodyPr anchor="b">
            <a:noAutofit/>
          </a:bodyPr>
          <a:lstStyle>
            <a:lvl1pPr>
              <a:defRPr sz="2000"/>
            </a:lvl1pPr>
          </a:lstStyle>
          <a:p>
            <a:pPr lvl="0"/>
            <a:r>
              <a:rPr lang="en-US"/>
              <a:t>Click to edit Master text styles</a:t>
            </a:r>
          </a:p>
        </p:txBody>
      </p:sp>
      <p:sp>
        <p:nvSpPr>
          <p:cNvPr id="7" name="Text Placeholder 33">
            <a:extLst>
              <a:ext uri="{FF2B5EF4-FFF2-40B4-BE49-F238E27FC236}">
                <a16:creationId xmlns:a16="http://schemas.microsoft.com/office/drawing/2014/main" id="{9C442A3F-8F7B-AF19-BF71-5A8A0790F5CA}"/>
              </a:ext>
            </a:extLst>
          </p:cNvPr>
          <p:cNvSpPr>
            <a:spLocks noGrp="1"/>
          </p:cNvSpPr>
          <p:nvPr>
            <p:ph type="body" sz="quarter" idx="17"/>
          </p:nvPr>
        </p:nvSpPr>
        <p:spPr>
          <a:xfrm>
            <a:off x="357195" y="5264061"/>
            <a:ext cx="2088292" cy="522985"/>
          </a:xfrm>
          <a:prstGeom prst="rect">
            <a:avLst/>
          </a:prstGeom>
        </p:spPr>
        <p:txBody>
          <a:bodyPr/>
          <a:lstStyle/>
          <a:p>
            <a:pPr lvl="0"/>
            <a:r>
              <a:rPr lang="en-US"/>
              <a:t>Click to edit Master text styles</a:t>
            </a:r>
          </a:p>
        </p:txBody>
      </p:sp>
    </p:spTree>
    <p:extLst>
      <p:ext uri="{BB962C8B-B14F-4D97-AF65-F5344CB8AC3E}">
        <p14:creationId xmlns:p14="http://schemas.microsoft.com/office/powerpoint/2010/main" val="1543742813"/>
      </p:ext>
    </p:extLst>
  </p:cSld>
  <p:clrMapOvr>
    <a:masterClrMapping/>
  </p:clrMapOvr>
  <p:extLst>
    <p:ext uri="{DCECCB84-F9BA-43D5-87BE-67443E8EF086}">
      <p15:sldGuideLst xmlns:p15="http://schemas.microsoft.com/office/powerpoint/2012/main">
        <p15:guide id="1" pos="151">
          <p15:clr>
            <a:srgbClr val="FBAE40"/>
          </p15:clr>
        </p15:guide>
        <p15:guide id="2" pos="3712">
          <p15:clr>
            <a:srgbClr val="FBAE40"/>
          </p15:clr>
        </p15:guide>
        <p15:guide id="3" pos="219">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Agenda 1">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6424D2EA-9AAB-3E5E-F5AA-4EFA5797243B}"/>
              </a:ext>
            </a:extLst>
          </p:cNvPr>
          <p:cNvSpPr>
            <a:spLocks noGrp="1"/>
          </p:cNvSpPr>
          <p:nvPr>
            <p:ph type="pic" sz="quarter" idx="10" hasCustomPrompt="1"/>
          </p:nvPr>
        </p:nvSpPr>
        <p:spPr>
          <a:xfrm>
            <a:off x="8878957" y="1"/>
            <a:ext cx="3313043"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7" name="Footer Placeholder 6">
            <a:extLst>
              <a:ext uri="{FF2B5EF4-FFF2-40B4-BE49-F238E27FC236}">
                <a16:creationId xmlns:a16="http://schemas.microsoft.com/office/drawing/2014/main" id="{A234A97A-B56B-79E8-3787-9AAFBD6C39E3}"/>
              </a:ext>
            </a:extLst>
          </p:cNvPr>
          <p:cNvSpPr>
            <a:spLocks noGrp="1"/>
          </p:cNvSpPr>
          <p:nvPr>
            <p:ph type="ftr" sz="quarter" idx="37"/>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US"/>
              <a:t>Presentation Title | Author | Date</a:t>
            </a:r>
          </a:p>
        </p:txBody>
      </p:sp>
      <p:sp>
        <p:nvSpPr>
          <p:cNvPr id="4" name="Logo Placeholder 7">
            <a:extLst>
              <a:ext uri="{FF2B5EF4-FFF2-40B4-BE49-F238E27FC236}">
                <a16:creationId xmlns:a16="http://schemas.microsoft.com/office/drawing/2014/main" id="{4DF1FB95-D31F-BE9E-B180-3D9694FA82C8}"/>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3" name="Title Placeholder 4">
            <a:extLst>
              <a:ext uri="{FF2B5EF4-FFF2-40B4-BE49-F238E27FC236}">
                <a16:creationId xmlns:a16="http://schemas.microsoft.com/office/drawing/2014/main" id="{0DFC6213-FA5F-719D-08B4-AB40D1B57B18}"/>
              </a:ext>
            </a:extLst>
          </p:cNvPr>
          <p:cNvSpPr>
            <a:spLocks noGrp="1"/>
          </p:cNvSpPr>
          <p:nvPr>
            <p:ph type="title"/>
          </p:nvPr>
        </p:nvSpPr>
        <p:spPr>
          <a:xfrm>
            <a:off x="551384" y="549274"/>
            <a:ext cx="7920880" cy="930372"/>
          </a:xfrm>
          <a:prstGeom prst="rect">
            <a:avLst/>
          </a:prstGeom>
        </p:spPr>
        <p:txBody>
          <a:bodyPr vert="horz" lIns="0" tIns="0" rIns="0" bIns="126000" rtlCol="0" anchor="b" anchorCtr="0">
            <a:noAutofit/>
          </a:bodyPr>
          <a:lstStyle/>
          <a:p>
            <a:pPr lvl="0"/>
            <a:r>
              <a:rPr lang="en-GB"/>
              <a:t>Click to edit Master title style</a:t>
            </a:r>
            <a:endParaRPr lang="de-DE"/>
          </a:p>
        </p:txBody>
      </p:sp>
      <p:sp>
        <p:nvSpPr>
          <p:cNvPr id="8" name="Text Placeholder 1">
            <a:extLst>
              <a:ext uri="{FF2B5EF4-FFF2-40B4-BE49-F238E27FC236}">
                <a16:creationId xmlns:a16="http://schemas.microsoft.com/office/drawing/2014/main" id="{2D90A92B-BDBF-A45E-B38F-657F2F0B5AEC}"/>
              </a:ext>
            </a:extLst>
          </p:cNvPr>
          <p:cNvSpPr>
            <a:spLocks noGrp="1"/>
          </p:cNvSpPr>
          <p:nvPr>
            <p:ph idx="1" hasCustomPrompt="1"/>
          </p:nvPr>
        </p:nvSpPr>
        <p:spPr>
          <a:xfrm>
            <a:off x="551384" y="1628800"/>
            <a:ext cx="7920880" cy="4668638"/>
          </a:xfrm>
          <a:prstGeom prst="rect">
            <a:avLst/>
          </a:prstGeom>
        </p:spPr>
        <p:txBody>
          <a:bodyPr vert="horz" lIns="0" tIns="0" rIns="0" bIns="0" rtlCol="0">
            <a:noAutofit/>
          </a:body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US" sz="1400" b="0" i="0" u="none" strike="noStrike" kern="1200" cap="none" spc="0" normalizeH="0" baseline="0" noProof="0">
                <a:ln>
                  <a:noFill/>
                </a:ln>
                <a:solidFill>
                  <a:srgbClr val="FFFFFF"/>
                </a:solidFill>
                <a:effectLst/>
                <a:uLnTx/>
                <a:uFillTx/>
                <a:latin typeface="Ubuntu"/>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FFFFFF"/>
              </a:buClr>
              <a:buSzTx/>
              <a:buFont typeface="Arial" panose="020B0604020202020204" pitchFamily="34" charset="0"/>
              <a:buChar char="•"/>
              <a:tabLst/>
              <a:defRPr/>
            </a:pPr>
            <a:r>
              <a:rPr kumimoji="0" lang="en-US" sz="1400" b="0" i="0" u="none" strike="noStrike" kern="1200" cap="none" spc="0" normalizeH="0" baseline="0" noProof="0">
                <a:ln>
                  <a:noFill/>
                </a:ln>
                <a:solidFill>
                  <a:srgbClr val="FFFFFF"/>
                </a:solidFill>
                <a:effectLst/>
                <a:uLnTx/>
                <a:uFillTx/>
                <a:latin typeface="Ubuntu"/>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FFFFFF"/>
              </a:buClr>
              <a:buSzTx/>
              <a:buFont typeface="System Font Regular"/>
              <a:buChar char="-"/>
              <a:tabLst/>
              <a:defRPr/>
            </a:pPr>
            <a:r>
              <a:rPr kumimoji="0" lang="en-US" sz="1400" b="0" i="0" u="none" strike="noStrike" kern="1200" cap="none" spc="0" normalizeH="0" baseline="0" noProof="0">
                <a:ln>
                  <a:noFill/>
                </a:ln>
                <a:solidFill>
                  <a:srgbClr val="FFFFFF"/>
                </a:solidFill>
                <a:effectLst/>
                <a:uLnTx/>
                <a:uFillTx/>
                <a:latin typeface="Ubuntu"/>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7F3"/>
              </a:buClr>
              <a:buSzTx/>
              <a:buFont typeface="Arial" panose="020B0604020202020204" pitchFamily="34" charset="0"/>
              <a:buChar char="•"/>
              <a:tabLst/>
              <a:defRPr/>
            </a:pPr>
            <a:r>
              <a:rPr kumimoji="0" lang="en-US" sz="1400" b="0" i="0" u="none" strike="noStrike" kern="1200" cap="none" spc="0" normalizeH="0" baseline="0" noProof="0">
                <a:ln>
                  <a:noFill/>
                </a:ln>
                <a:solidFill>
                  <a:srgbClr val="FFFFFF"/>
                </a:solidFill>
                <a:effectLst/>
                <a:uLnTx/>
                <a:uFillTx/>
                <a:latin typeface="Ubuntu"/>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DB7F3"/>
              </a:buClr>
              <a:buSzTx/>
              <a:buFont typeface="System Font Regular"/>
              <a:buChar char="-"/>
              <a:tabLst/>
              <a:defRPr/>
            </a:pPr>
            <a:r>
              <a:rPr kumimoji="0" lang="en-US" sz="1400" b="0" i="0" u="none" strike="noStrike" kern="1200" cap="none" spc="0" normalizeH="0" baseline="0" noProof="0">
                <a:ln>
                  <a:noFill/>
                </a:ln>
                <a:solidFill>
                  <a:srgbClr val="FFFFFF"/>
                </a:solidFill>
                <a:effectLst/>
                <a:uLnTx/>
                <a:uFillTx/>
                <a:latin typeface="Ubuntu"/>
                <a:ea typeface="+mn-ea"/>
                <a:cs typeface="+mn-cs"/>
              </a:rPr>
              <a:t>Fifth level</a:t>
            </a:r>
          </a:p>
        </p:txBody>
      </p:sp>
    </p:spTree>
    <p:extLst>
      <p:ext uri="{BB962C8B-B14F-4D97-AF65-F5344CB8AC3E}">
        <p14:creationId xmlns:p14="http://schemas.microsoft.com/office/powerpoint/2010/main" val="33411981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20" name="Picture Placeholder 7">
            <a:extLst>
              <a:ext uri="{FF2B5EF4-FFF2-40B4-BE49-F238E27FC236}">
                <a16:creationId xmlns:a16="http://schemas.microsoft.com/office/drawing/2014/main" id="{7719DBC8-1C65-EC71-F260-3E45E00F725D}"/>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5" name="Title Placeholder 4">
            <a:extLst>
              <a:ext uri="{FF2B5EF4-FFF2-40B4-BE49-F238E27FC236}">
                <a16:creationId xmlns:a16="http://schemas.microsoft.com/office/drawing/2014/main" id="{F8DBF4E9-6C28-E0D4-13BF-1E287D5E317C}"/>
              </a:ext>
            </a:extLst>
          </p:cNvPr>
          <p:cNvSpPr>
            <a:spLocks noGrp="1"/>
          </p:cNvSpPr>
          <p:nvPr>
            <p:ph type="title"/>
          </p:nvPr>
        </p:nvSpPr>
        <p:spPr>
          <a:xfrm>
            <a:off x="6600056" y="549274"/>
            <a:ext cx="5042266" cy="930372"/>
          </a:xfrm>
          <a:prstGeom prst="rect">
            <a:avLst/>
          </a:prstGeom>
        </p:spPr>
        <p:txBody>
          <a:bodyPr vert="horz" lIns="0" tIns="0" rIns="0" bIns="126000" rtlCol="0" anchor="b" anchorCtr="0">
            <a:noAutofit/>
          </a:bodyPr>
          <a:lstStyle/>
          <a:p>
            <a:pPr lvl="0"/>
            <a:r>
              <a:rPr lang="en-GB"/>
              <a:t>Click to edit Master title style</a:t>
            </a:r>
            <a:endParaRPr lang="de-DE"/>
          </a:p>
        </p:txBody>
      </p:sp>
      <p:sp>
        <p:nvSpPr>
          <p:cNvPr id="6" name="Text Placeholder 1">
            <a:extLst>
              <a:ext uri="{FF2B5EF4-FFF2-40B4-BE49-F238E27FC236}">
                <a16:creationId xmlns:a16="http://schemas.microsoft.com/office/drawing/2014/main" id="{1970243F-E192-B209-5E33-DC3DC5F86B33}"/>
              </a:ext>
            </a:extLst>
          </p:cNvPr>
          <p:cNvSpPr>
            <a:spLocks noGrp="1"/>
          </p:cNvSpPr>
          <p:nvPr>
            <p:ph idx="1" hasCustomPrompt="1"/>
          </p:nvPr>
        </p:nvSpPr>
        <p:spPr>
          <a:xfrm>
            <a:off x="6600056" y="1628800"/>
            <a:ext cx="5042266" cy="4668638"/>
          </a:xfrm>
          <a:prstGeom prst="rect">
            <a:avLst/>
          </a:prstGeom>
        </p:spPr>
        <p:txBody>
          <a:bodyPr vert="horz" lIns="0" tIns="0" rIns="0" bIns="0" rtlCol="0">
            <a:noAutofit/>
          </a:bodyPr>
          <a:lstStyle>
            <a:lvl1pPr marL="0" marR="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lvl1pPr>
            <a:lvl2pPr marL="180975" marR="0" indent="-180975" algn="l" defTabSz="914400" rtl="0" eaLnBrk="1" fontAlgn="auto" latinLnBrk="0" hangingPunct="1">
              <a:lnSpc>
                <a:spcPct val="100000"/>
              </a:lnSpc>
              <a:spcBef>
                <a:spcPts val="600"/>
              </a:spcBef>
              <a:spcAft>
                <a:spcPts val="0"/>
              </a:spcAft>
              <a:buClr>
                <a:srgbClr val="FFFFFF"/>
              </a:buClr>
              <a:buSzTx/>
              <a:buFont typeface="Arial" panose="020B0604020202020204" pitchFamily="34" charset="0"/>
              <a:buChar char="•"/>
              <a:tabLst/>
              <a:defRPr/>
            </a:lvl2pPr>
            <a:lvl3pPr marL="360000" marR="0" indent="-180000" algn="l" defTabSz="914400" rtl="0" eaLnBrk="1" fontAlgn="auto" latinLnBrk="0" hangingPunct="1">
              <a:lnSpc>
                <a:spcPct val="100000"/>
              </a:lnSpc>
              <a:spcBef>
                <a:spcPts val="600"/>
              </a:spcBef>
              <a:spcAft>
                <a:spcPts val="0"/>
              </a:spcAft>
              <a:buClr>
                <a:srgbClr val="FFFFFF"/>
              </a:buClr>
              <a:buSzTx/>
              <a:buFont typeface="System Font Regular"/>
              <a:buChar char="-"/>
              <a:tabLst/>
              <a:defRPr/>
            </a:lvl3pPr>
            <a:lvl4pPr marL="539750" marR="0" indent="-180000" algn="l" defTabSz="914400" rtl="0" eaLnBrk="1" fontAlgn="auto" latinLnBrk="0" hangingPunct="1">
              <a:lnSpc>
                <a:spcPct val="100000"/>
              </a:lnSpc>
              <a:spcBef>
                <a:spcPts val="600"/>
              </a:spcBef>
              <a:spcAft>
                <a:spcPts val="0"/>
              </a:spcAft>
              <a:buClr>
                <a:srgbClr val="1DB7F3"/>
              </a:buClr>
              <a:buSzTx/>
              <a:buFont typeface="Arial" panose="020B0604020202020204" pitchFamily="34" charset="0"/>
              <a:buChar char="•"/>
              <a:tabLst/>
              <a:defRPr/>
            </a:lvl4pPr>
            <a:lvl5pPr marL="719138" marR="0" indent="-180975" algn="l" defTabSz="914400" rtl="0" eaLnBrk="1" fontAlgn="auto" latinLnBrk="0" hangingPunct="1">
              <a:lnSpc>
                <a:spcPct val="100000"/>
              </a:lnSpc>
              <a:spcBef>
                <a:spcPts val="600"/>
              </a:spcBef>
              <a:spcAft>
                <a:spcPts val="0"/>
              </a:spcAft>
              <a:buClr>
                <a:srgbClr val="1DB7F3"/>
              </a:buClr>
              <a:buSzTx/>
              <a:buFont typeface="System Font Regular"/>
              <a:buChar char="-"/>
              <a:tabLst/>
              <a:defRPr/>
            </a:lvl5p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US" sz="1400" b="0" i="0" u="none" strike="noStrike" kern="1200" cap="none" spc="0" normalizeH="0" baseline="0" noProof="0">
                <a:ln>
                  <a:noFill/>
                </a:ln>
                <a:solidFill>
                  <a:srgbClr val="FFFFFF"/>
                </a:solidFill>
                <a:effectLst/>
                <a:uLnTx/>
                <a:uFillTx/>
                <a:latin typeface="+mn-lt"/>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FFFFFF"/>
              </a:buClr>
              <a:buSzTx/>
              <a:buFont typeface="Arial" panose="020B0604020202020204" pitchFamily="34" charset="0"/>
              <a:buChar char="•"/>
              <a:tabLst/>
              <a:defRPr/>
            </a:pPr>
            <a:r>
              <a:rPr kumimoji="0" lang="en-US" sz="1400" b="0" i="0" u="none" strike="noStrike" kern="1200" cap="none" spc="0" normalizeH="0" baseline="0" noProof="0">
                <a:ln>
                  <a:noFill/>
                </a:ln>
                <a:solidFill>
                  <a:srgbClr val="FFFFFF"/>
                </a:solidFill>
                <a:effectLst/>
                <a:uLnTx/>
                <a:uFillTx/>
                <a:latin typeface="+mn-lt"/>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FFFFFF"/>
              </a:buClr>
              <a:buSzTx/>
              <a:buFont typeface="System Font Regular"/>
              <a:buChar char="-"/>
              <a:tabLst/>
              <a:defRPr/>
            </a:pPr>
            <a:r>
              <a:rPr kumimoji="0" lang="en-US" sz="1400" b="0" i="0" u="none" strike="noStrike" kern="1200" cap="none" spc="0" normalizeH="0" baseline="0" noProof="0">
                <a:ln>
                  <a:noFill/>
                </a:ln>
                <a:solidFill>
                  <a:srgbClr val="FFFFFF"/>
                </a:solidFill>
                <a:effectLst/>
                <a:uLnTx/>
                <a:uFillTx/>
                <a:latin typeface="+mn-lt"/>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7F3"/>
              </a:buClr>
              <a:buSzTx/>
              <a:buFont typeface="Arial" panose="020B0604020202020204" pitchFamily="34" charset="0"/>
              <a:buChar char="•"/>
              <a:tabLst/>
              <a:defRPr/>
            </a:pPr>
            <a:r>
              <a:rPr kumimoji="0" lang="en-US" sz="1400" b="0" i="0" u="none" strike="noStrike" kern="1200" cap="none" spc="0" normalizeH="0" baseline="0" noProof="0">
                <a:ln>
                  <a:noFill/>
                </a:ln>
                <a:solidFill>
                  <a:srgbClr val="FFFFFF"/>
                </a:solidFill>
                <a:effectLst/>
                <a:uLnTx/>
                <a:uFillTx/>
                <a:latin typeface="+mn-lt"/>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DB7F3"/>
              </a:buClr>
              <a:buSzTx/>
              <a:buFont typeface="System Font Regular"/>
              <a:buChar char="-"/>
              <a:tabLst/>
              <a:defRPr/>
            </a:pPr>
            <a:r>
              <a:rPr kumimoji="0" lang="en-US" sz="1400" b="0" i="0" u="none" strike="noStrike" kern="1200" cap="none" spc="0" normalizeH="0" baseline="0" noProof="0">
                <a:ln>
                  <a:noFill/>
                </a:ln>
                <a:solidFill>
                  <a:srgbClr val="FFFFFF"/>
                </a:solidFill>
                <a:effectLst/>
                <a:uLnTx/>
                <a:uFillTx/>
                <a:latin typeface="+mn-lt"/>
                <a:ea typeface="+mn-ea"/>
                <a:cs typeface="+mn-cs"/>
              </a:rPr>
              <a:t>Fifth level</a:t>
            </a:r>
          </a:p>
        </p:txBody>
      </p:sp>
    </p:spTree>
    <p:extLst>
      <p:ext uri="{BB962C8B-B14F-4D97-AF65-F5344CB8AC3E}">
        <p14:creationId xmlns:p14="http://schemas.microsoft.com/office/powerpoint/2010/main" val="15184260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3">
    <p:spTree>
      <p:nvGrpSpPr>
        <p:cNvPr id="1" name=""/>
        <p:cNvGrpSpPr/>
        <p:nvPr/>
      </p:nvGrpSpPr>
      <p:grpSpPr>
        <a:xfrm>
          <a:off x="0" y="0"/>
          <a:ext cx="0" cy="0"/>
          <a:chOff x="0" y="0"/>
          <a:chExt cx="0" cy="0"/>
        </a:xfrm>
      </p:grpSpPr>
      <p:sp>
        <p:nvSpPr>
          <p:cNvPr id="2" name="Text Placeholder 11">
            <a:extLst>
              <a:ext uri="{FF2B5EF4-FFF2-40B4-BE49-F238E27FC236}">
                <a16:creationId xmlns:a16="http://schemas.microsoft.com/office/drawing/2014/main" id="{177ECEE6-C274-510A-E183-7CC64018E234}"/>
              </a:ext>
            </a:extLst>
          </p:cNvPr>
          <p:cNvSpPr>
            <a:spLocks noGrp="1"/>
          </p:cNvSpPr>
          <p:nvPr>
            <p:ph type="body" sz="quarter" idx="24" hasCustomPrompt="1"/>
          </p:nvPr>
        </p:nvSpPr>
        <p:spPr>
          <a:xfrm>
            <a:off x="2207567" y="1628775"/>
            <a:ext cx="9433569"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3" name="Text Placeholder 11">
            <a:extLst>
              <a:ext uri="{FF2B5EF4-FFF2-40B4-BE49-F238E27FC236}">
                <a16:creationId xmlns:a16="http://schemas.microsoft.com/office/drawing/2014/main" id="{6956557D-0540-4E06-2606-E74478C1B109}"/>
              </a:ext>
            </a:extLst>
          </p:cNvPr>
          <p:cNvSpPr>
            <a:spLocks noGrp="1"/>
          </p:cNvSpPr>
          <p:nvPr>
            <p:ph type="body" sz="quarter" idx="25" hasCustomPrompt="1"/>
          </p:nvPr>
        </p:nvSpPr>
        <p:spPr>
          <a:xfrm>
            <a:off x="2207567" y="2221388"/>
            <a:ext cx="9433569"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7" name="Text Placeholder 11">
            <a:extLst>
              <a:ext uri="{FF2B5EF4-FFF2-40B4-BE49-F238E27FC236}">
                <a16:creationId xmlns:a16="http://schemas.microsoft.com/office/drawing/2014/main" id="{3B9586E9-C51E-DA56-3FAC-023C3959153C}"/>
              </a:ext>
            </a:extLst>
          </p:cNvPr>
          <p:cNvSpPr>
            <a:spLocks noGrp="1"/>
          </p:cNvSpPr>
          <p:nvPr>
            <p:ph type="body" sz="quarter" idx="26" hasCustomPrompt="1"/>
          </p:nvPr>
        </p:nvSpPr>
        <p:spPr>
          <a:xfrm>
            <a:off x="2207567" y="2814001"/>
            <a:ext cx="9433569"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8" name="Text Placeholder 6">
            <a:extLst>
              <a:ext uri="{FF2B5EF4-FFF2-40B4-BE49-F238E27FC236}">
                <a16:creationId xmlns:a16="http://schemas.microsoft.com/office/drawing/2014/main" id="{B89E4D1A-2646-73E5-791B-BF0164C0C833}"/>
              </a:ext>
            </a:extLst>
          </p:cNvPr>
          <p:cNvSpPr>
            <a:spLocks noGrp="1"/>
          </p:cNvSpPr>
          <p:nvPr>
            <p:ph type="body" sz="quarter" idx="27" hasCustomPrompt="1"/>
          </p:nvPr>
        </p:nvSpPr>
        <p:spPr>
          <a:xfrm>
            <a:off x="1492499" y="1628775"/>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9" name="Text Placeholder 6">
            <a:extLst>
              <a:ext uri="{FF2B5EF4-FFF2-40B4-BE49-F238E27FC236}">
                <a16:creationId xmlns:a16="http://schemas.microsoft.com/office/drawing/2014/main" id="{C9ACB82F-DA24-7A22-07AF-D6418D2E50C4}"/>
              </a:ext>
            </a:extLst>
          </p:cNvPr>
          <p:cNvSpPr>
            <a:spLocks noGrp="1"/>
          </p:cNvSpPr>
          <p:nvPr>
            <p:ph type="body" sz="quarter" idx="28" hasCustomPrompt="1"/>
          </p:nvPr>
        </p:nvSpPr>
        <p:spPr>
          <a:xfrm>
            <a:off x="1492499" y="2221388"/>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11" name="Text Placeholder 6">
            <a:extLst>
              <a:ext uri="{FF2B5EF4-FFF2-40B4-BE49-F238E27FC236}">
                <a16:creationId xmlns:a16="http://schemas.microsoft.com/office/drawing/2014/main" id="{073143D8-53B8-C7F0-0E9A-BEBDE5FAB4B6}"/>
              </a:ext>
            </a:extLst>
          </p:cNvPr>
          <p:cNvSpPr>
            <a:spLocks noGrp="1"/>
          </p:cNvSpPr>
          <p:nvPr>
            <p:ph type="body" sz="quarter" idx="29" hasCustomPrompt="1"/>
          </p:nvPr>
        </p:nvSpPr>
        <p:spPr>
          <a:xfrm>
            <a:off x="1492499" y="2814001"/>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12" name="Text Placeholder 11">
            <a:extLst>
              <a:ext uri="{FF2B5EF4-FFF2-40B4-BE49-F238E27FC236}">
                <a16:creationId xmlns:a16="http://schemas.microsoft.com/office/drawing/2014/main" id="{E7A9F9A2-0932-B847-8275-8C3EED0F9C87}"/>
              </a:ext>
            </a:extLst>
          </p:cNvPr>
          <p:cNvSpPr>
            <a:spLocks noGrp="1"/>
          </p:cNvSpPr>
          <p:nvPr>
            <p:ph type="body" sz="quarter" idx="30" hasCustomPrompt="1"/>
          </p:nvPr>
        </p:nvSpPr>
        <p:spPr>
          <a:xfrm>
            <a:off x="2207567" y="3406614"/>
            <a:ext cx="9433569"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14" name="Text Placeholder 11">
            <a:extLst>
              <a:ext uri="{FF2B5EF4-FFF2-40B4-BE49-F238E27FC236}">
                <a16:creationId xmlns:a16="http://schemas.microsoft.com/office/drawing/2014/main" id="{3F2F5FF2-5929-011C-CA94-B0950D74BC6A}"/>
              </a:ext>
            </a:extLst>
          </p:cNvPr>
          <p:cNvSpPr>
            <a:spLocks noGrp="1"/>
          </p:cNvSpPr>
          <p:nvPr>
            <p:ph type="body" sz="quarter" idx="31" hasCustomPrompt="1"/>
          </p:nvPr>
        </p:nvSpPr>
        <p:spPr>
          <a:xfrm>
            <a:off x="2207567" y="3999227"/>
            <a:ext cx="9433569"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21" name="Text Placeholder 11">
            <a:extLst>
              <a:ext uri="{FF2B5EF4-FFF2-40B4-BE49-F238E27FC236}">
                <a16:creationId xmlns:a16="http://schemas.microsoft.com/office/drawing/2014/main" id="{346C6A8E-6729-0ABB-9DE0-B78F02301527}"/>
              </a:ext>
            </a:extLst>
          </p:cNvPr>
          <p:cNvSpPr>
            <a:spLocks noGrp="1"/>
          </p:cNvSpPr>
          <p:nvPr>
            <p:ph type="body" sz="quarter" idx="32" hasCustomPrompt="1"/>
          </p:nvPr>
        </p:nvSpPr>
        <p:spPr>
          <a:xfrm>
            <a:off x="2207567" y="4591841"/>
            <a:ext cx="9433569"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22" name="Text Placeholder 6">
            <a:extLst>
              <a:ext uri="{FF2B5EF4-FFF2-40B4-BE49-F238E27FC236}">
                <a16:creationId xmlns:a16="http://schemas.microsoft.com/office/drawing/2014/main" id="{F3292A20-85E1-5411-0C87-353A3DC2ED89}"/>
              </a:ext>
            </a:extLst>
          </p:cNvPr>
          <p:cNvSpPr>
            <a:spLocks noGrp="1"/>
          </p:cNvSpPr>
          <p:nvPr>
            <p:ph type="body" sz="quarter" idx="33" hasCustomPrompt="1"/>
          </p:nvPr>
        </p:nvSpPr>
        <p:spPr>
          <a:xfrm>
            <a:off x="1492499" y="3406614"/>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23" name="Text Placeholder 6">
            <a:extLst>
              <a:ext uri="{FF2B5EF4-FFF2-40B4-BE49-F238E27FC236}">
                <a16:creationId xmlns:a16="http://schemas.microsoft.com/office/drawing/2014/main" id="{FC445348-FDB6-A20D-4FB5-E8D748B8DB3C}"/>
              </a:ext>
            </a:extLst>
          </p:cNvPr>
          <p:cNvSpPr>
            <a:spLocks noGrp="1"/>
          </p:cNvSpPr>
          <p:nvPr>
            <p:ph type="body" sz="quarter" idx="34" hasCustomPrompt="1"/>
          </p:nvPr>
        </p:nvSpPr>
        <p:spPr>
          <a:xfrm>
            <a:off x="1492499" y="3999227"/>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24" name="Text Placeholder 6">
            <a:extLst>
              <a:ext uri="{FF2B5EF4-FFF2-40B4-BE49-F238E27FC236}">
                <a16:creationId xmlns:a16="http://schemas.microsoft.com/office/drawing/2014/main" id="{AB9A3432-DAB6-2FB4-1AEB-959A8F3438A4}"/>
              </a:ext>
            </a:extLst>
          </p:cNvPr>
          <p:cNvSpPr>
            <a:spLocks noGrp="1"/>
          </p:cNvSpPr>
          <p:nvPr>
            <p:ph type="body" sz="quarter" idx="35" hasCustomPrompt="1"/>
          </p:nvPr>
        </p:nvSpPr>
        <p:spPr>
          <a:xfrm>
            <a:off x="1492499" y="4591841"/>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28" name="Rectangle 27">
            <a:extLst>
              <a:ext uri="{FF2B5EF4-FFF2-40B4-BE49-F238E27FC236}">
                <a16:creationId xmlns:a16="http://schemas.microsoft.com/office/drawing/2014/main" id="{3A39CED3-C9C5-5AA1-7B87-C6EBF61C365D}"/>
              </a:ext>
            </a:extLst>
          </p:cNvPr>
          <p:cNvSpPr/>
          <p:nvPr userDrawn="1"/>
        </p:nvSpPr>
        <p:spPr>
          <a:xfrm rot="16200000">
            <a:off x="-3343113" y="3343113"/>
            <a:ext cx="6857999" cy="171774"/>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9" name="Title Placeholder 4">
            <a:extLst>
              <a:ext uri="{FF2B5EF4-FFF2-40B4-BE49-F238E27FC236}">
                <a16:creationId xmlns:a16="http://schemas.microsoft.com/office/drawing/2014/main" id="{2D0B2EA5-825C-A08F-F88F-E7FFE20241DB}"/>
              </a:ext>
            </a:extLst>
          </p:cNvPr>
          <p:cNvSpPr>
            <a:spLocks noGrp="1"/>
          </p:cNvSpPr>
          <p:nvPr>
            <p:ph type="title" hasCustomPrompt="1"/>
          </p:nvPr>
        </p:nvSpPr>
        <p:spPr>
          <a:xfrm>
            <a:off x="1492498" y="549274"/>
            <a:ext cx="10148637" cy="930372"/>
          </a:xfrm>
          <a:prstGeom prst="rect">
            <a:avLst/>
          </a:prstGeom>
        </p:spPr>
        <p:txBody>
          <a:bodyPr vert="horz" lIns="0" tIns="0" rIns="0" bIns="126000" rtlCol="0" anchor="b" anchorCtr="0">
            <a:noAutofit/>
          </a:bodyPr>
          <a:lstStyle/>
          <a:p>
            <a:pPr lvl="0"/>
            <a:r>
              <a:rPr lang="en-GB"/>
              <a:t>Agenda</a:t>
            </a:r>
            <a:endParaRPr lang="de-DE"/>
          </a:p>
        </p:txBody>
      </p:sp>
    </p:spTree>
    <p:extLst>
      <p:ext uri="{BB962C8B-B14F-4D97-AF65-F5344CB8AC3E}">
        <p14:creationId xmlns:p14="http://schemas.microsoft.com/office/powerpoint/2010/main" val="31790983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genda 4">
    <p:spTree>
      <p:nvGrpSpPr>
        <p:cNvPr id="1" name=""/>
        <p:cNvGrpSpPr/>
        <p:nvPr/>
      </p:nvGrpSpPr>
      <p:grpSpPr>
        <a:xfrm>
          <a:off x="0" y="0"/>
          <a:ext cx="0" cy="0"/>
          <a:chOff x="0" y="0"/>
          <a:chExt cx="0" cy="0"/>
        </a:xfrm>
      </p:grpSpPr>
      <p:sp>
        <p:nvSpPr>
          <p:cNvPr id="2" name="Text Placeholder 11">
            <a:extLst>
              <a:ext uri="{FF2B5EF4-FFF2-40B4-BE49-F238E27FC236}">
                <a16:creationId xmlns:a16="http://schemas.microsoft.com/office/drawing/2014/main" id="{F75B5451-AA81-CE88-5DF5-4CBB04754088}"/>
              </a:ext>
            </a:extLst>
          </p:cNvPr>
          <p:cNvSpPr>
            <a:spLocks noGrp="1"/>
          </p:cNvSpPr>
          <p:nvPr>
            <p:ph type="body" sz="quarter" idx="24" hasCustomPrompt="1"/>
          </p:nvPr>
        </p:nvSpPr>
        <p:spPr>
          <a:xfrm>
            <a:off x="1286644" y="1628775"/>
            <a:ext cx="10024942"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7" name="Text Placeholder 11">
            <a:extLst>
              <a:ext uri="{FF2B5EF4-FFF2-40B4-BE49-F238E27FC236}">
                <a16:creationId xmlns:a16="http://schemas.microsoft.com/office/drawing/2014/main" id="{35649664-012E-9B95-5AA9-38E8670BAA9D}"/>
              </a:ext>
            </a:extLst>
          </p:cNvPr>
          <p:cNvSpPr>
            <a:spLocks noGrp="1"/>
          </p:cNvSpPr>
          <p:nvPr>
            <p:ph type="body" sz="quarter" idx="25" hasCustomPrompt="1"/>
          </p:nvPr>
        </p:nvSpPr>
        <p:spPr>
          <a:xfrm>
            <a:off x="1286644" y="2221388"/>
            <a:ext cx="10024942"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8" name="Text Placeholder 11">
            <a:extLst>
              <a:ext uri="{FF2B5EF4-FFF2-40B4-BE49-F238E27FC236}">
                <a16:creationId xmlns:a16="http://schemas.microsoft.com/office/drawing/2014/main" id="{F01EAEFE-E66F-FA16-C00C-234C622D62F1}"/>
              </a:ext>
            </a:extLst>
          </p:cNvPr>
          <p:cNvSpPr>
            <a:spLocks noGrp="1"/>
          </p:cNvSpPr>
          <p:nvPr>
            <p:ph type="body" sz="quarter" idx="26" hasCustomPrompt="1"/>
          </p:nvPr>
        </p:nvSpPr>
        <p:spPr>
          <a:xfrm>
            <a:off x="1286644" y="2814001"/>
            <a:ext cx="10024942"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11" name="Text Placeholder 6">
            <a:extLst>
              <a:ext uri="{FF2B5EF4-FFF2-40B4-BE49-F238E27FC236}">
                <a16:creationId xmlns:a16="http://schemas.microsoft.com/office/drawing/2014/main" id="{89C76E14-1DFB-6F15-5025-855B6361FD29}"/>
              </a:ext>
            </a:extLst>
          </p:cNvPr>
          <p:cNvSpPr>
            <a:spLocks noGrp="1"/>
          </p:cNvSpPr>
          <p:nvPr>
            <p:ph type="body" sz="quarter" idx="27" hasCustomPrompt="1"/>
          </p:nvPr>
        </p:nvSpPr>
        <p:spPr>
          <a:xfrm>
            <a:off x="571574" y="1628775"/>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12" name="Text Placeholder 6">
            <a:extLst>
              <a:ext uri="{FF2B5EF4-FFF2-40B4-BE49-F238E27FC236}">
                <a16:creationId xmlns:a16="http://schemas.microsoft.com/office/drawing/2014/main" id="{936F63F5-2235-EC6B-F20A-322C375D6764}"/>
              </a:ext>
            </a:extLst>
          </p:cNvPr>
          <p:cNvSpPr>
            <a:spLocks noGrp="1"/>
          </p:cNvSpPr>
          <p:nvPr>
            <p:ph type="body" sz="quarter" idx="28" hasCustomPrompt="1"/>
          </p:nvPr>
        </p:nvSpPr>
        <p:spPr>
          <a:xfrm>
            <a:off x="571574" y="2221388"/>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14" name="Text Placeholder 6">
            <a:extLst>
              <a:ext uri="{FF2B5EF4-FFF2-40B4-BE49-F238E27FC236}">
                <a16:creationId xmlns:a16="http://schemas.microsoft.com/office/drawing/2014/main" id="{15422053-2476-1943-AE00-164A9E8371BA}"/>
              </a:ext>
            </a:extLst>
          </p:cNvPr>
          <p:cNvSpPr>
            <a:spLocks noGrp="1"/>
          </p:cNvSpPr>
          <p:nvPr>
            <p:ph type="body" sz="quarter" idx="29" hasCustomPrompt="1"/>
          </p:nvPr>
        </p:nvSpPr>
        <p:spPr>
          <a:xfrm>
            <a:off x="571574" y="2814001"/>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15" name="Text Placeholder 11">
            <a:extLst>
              <a:ext uri="{FF2B5EF4-FFF2-40B4-BE49-F238E27FC236}">
                <a16:creationId xmlns:a16="http://schemas.microsoft.com/office/drawing/2014/main" id="{09E58911-49B3-A279-5C3D-0C66A8D50259}"/>
              </a:ext>
            </a:extLst>
          </p:cNvPr>
          <p:cNvSpPr>
            <a:spLocks noGrp="1"/>
          </p:cNvSpPr>
          <p:nvPr>
            <p:ph type="body" sz="quarter" idx="30" hasCustomPrompt="1"/>
          </p:nvPr>
        </p:nvSpPr>
        <p:spPr>
          <a:xfrm>
            <a:off x="1286644" y="3406614"/>
            <a:ext cx="10024942"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16" name="Text Placeholder 11">
            <a:extLst>
              <a:ext uri="{FF2B5EF4-FFF2-40B4-BE49-F238E27FC236}">
                <a16:creationId xmlns:a16="http://schemas.microsoft.com/office/drawing/2014/main" id="{81EE432F-B6C5-2C6D-4F8C-B6AF52AC1342}"/>
              </a:ext>
            </a:extLst>
          </p:cNvPr>
          <p:cNvSpPr>
            <a:spLocks noGrp="1"/>
          </p:cNvSpPr>
          <p:nvPr>
            <p:ph type="body" sz="quarter" idx="31" hasCustomPrompt="1"/>
          </p:nvPr>
        </p:nvSpPr>
        <p:spPr>
          <a:xfrm>
            <a:off x="1286644" y="3999227"/>
            <a:ext cx="10024942"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17" name="Text Placeholder 11">
            <a:extLst>
              <a:ext uri="{FF2B5EF4-FFF2-40B4-BE49-F238E27FC236}">
                <a16:creationId xmlns:a16="http://schemas.microsoft.com/office/drawing/2014/main" id="{6C3B1CB0-F25D-6CFE-1572-C02E9F997A1F}"/>
              </a:ext>
            </a:extLst>
          </p:cNvPr>
          <p:cNvSpPr>
            <a:spLocks noGrp="1"/>
          </p:cNvSpPr>
          <p:nvPr>
            <p:ph type="body" sz="quarter" idx="32" hasCustomPrompt="1"/>
          </p:nvPr>
        </p:nvSpPr>
        <p:spPr>
          <a:xfrm>
            <a:off x="1286644" y="4591841"/>
            <a:ext cx="10024942"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21" name="Text Placeholder 6">
            <a:extLst>
              <a:ext uri="{FF2B5EF4-FFF2-40B4-BE49-F238E27FC236}">
                <a16:creationId xmlns:a16="http://schemas.microsoft.com/office/drawing/2014/main" id="{CCC683A4-8B80-3F5B-F447-292A75A2F9EA}"/>
              </a:ext>
            </a:extLst>
          </p:cNvPr>
          <p:cNvSpPr>
            <a:spLocks noGrp="1"/>
          </p:cNvSpPr>
          <p:nvPr>
            <p:ph type="body" sz="quarter" idx="33" hasCustomPrompt="1"/>
          </p:nvPr>
        </p:nvSpPr>
        <p:spPr>
          <a:xfrm>
            <a:off x="571574" y="3406614"/>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22" name="Text Placeholder 6">
            <a:extLst>
              <a:ext uri="{FF2B5EF4-FFF2-40B4-BE49-F238E27FC236}">
                <a16:creationId xmlns:a16="http://schemas.microsoft.com/office/drawing/2014/main" id="{5C7B3DFE-E0E4-60C2-9E68-E7CFA51D9090}"/>
              </a:ext>
            </a:extLst>
          </p:cNvPr>
          <p:cNvSpPr>
            <a:spLocks noGrp="1"/>
          </p:cNvSpPr>
          <p:nvPr>
            <p:ph type="body" sz="quarter" idx="34" hasCustomPrompt="1"/>
          </p:nvPr>
        </p:nvSpPr>
        <p:spPr>
          <a:xfrm>
            <a:off x="571574" y="3999227"/>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23" name="Text Placeholder 6">
            <a:extLst>
              <a:ext uri="{FF2B5EF4-FFF2-40B4-BE49-F238E27FC236}">
                <a16:creationId xmlns:a16="http://schemas.microsoft.com/office/drawing/2014/main" id="{FBB528F0-6D32-2E8E-109D-145FF08029B2}"/>
              </a:ext>
            </a:extLst>
          </p:cNvPr>
          <p:cNvSpPr>
            <a:spLocks noGrp="1"/>
          </p:cNvSpPr>
          <p:nvPr>
            <p:ph type="body" sz="quarter" idx="35" hasCustomPrompt="1"/>
          </p:nvPr>
        </p:nvSpPr>
        <p:spPr>
          <a:xfrm>
            <a:off x="571574" y="4591841"/>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25" name="Title Placeholder 4">
            <a:extLst>
              <a:ext uri="{FF2B5EF4-FFF2-40B4-BE49-F238E27FC236}">
                <a16:creationId xmlns:a16="http://schemas.microsoft.com/office/drawing/2014/main" id="{67AE5D7F-39B4-D666-54B9-10ED96FE6120}"/>
              </a:ext>
            </a:extLst>
          </p:cNvPr>
          <p:cNvSpPr>
            <a:spLocks noGrp="1"/>
          </p:cNvSpPr>
          <p:nvPr>
            <p:ph type="title" hasCustomPrompt="1"/>
          </p:nvPr>
        </p:nvSpPr>
        <p:spPr>
          <a:xfrm>
            <a:off x="551384" y="549274"/>
            <a:ext cx="11090938" cy="930372"/>
          </a:xfrm>
          <a:prstGeom prst="rect">
            <a:avLst/>
          </a:prstGeom>
        </p:spPr>
        <p:txBody>
          <a:bodyPr vert="horz" lIns="0" tIns="0" rIns="0" bIns="126000" rtlCol="0" anchor="b" anchorCtr="0">
            <a:noAutofit/>
          </a:bodyPr>
          <a:lstStyle/>
          <a:p>
            <a:pPr lvl="0"/>
            <a:r>
              <a:rPr lang="en-GB"/>
              <a:t>Agenda</a:t>
            </a:r>
            <a:endParaRPr lang="de-DE"/>
          </a:p>
        </p:txBody>
      </p:sp>
    </p:spTree>
    <p:extLst>
      <p:ext uri="{BB962C8B-B14F-4D97-AF65-F5344CB8AC3E}">
        <p14:creationId xmlns:p14="http://schemas.microsoft.com/office/powerpoint/2010/main" val="18486875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ivider 1">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A65D5B6-99D5-A656-18EB-125B9A4CC27A}"/>
              </a:ext>
            </a:extLst>
          </p:cNvPr>
          <p:cNvSpPr/>
          <p:nvPr userDrawn="1"/>
        </p:nvSpPr>
        <p:spPr>
          <a:xfrm>
            <a:off x="5159374" y="4257063"/>
            <a:ext cx="7032625"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FFFFFF"/>
              </a:solidFill>
              <a:effectLst/>
              <a:uLnTx/>
              <a:uFillTx/>
              <a:latin typeface="Ubuntu"/>
              <a:ea typeface="+mn-ea"/>
              <a:cs typeface="+mn-cs"/>
            </a:endParaRPr>
          </a:p>
        </p:txBody>
      </p:sp>
      <p:sp>
        <p:nvSpPr>
          <p:cNvPr id="8" name="Text Placeholder 8">
            <a:extLst>
              <a:ext uri="{FF2B5EF4-FFF2-40B4-BE49-F238E27FC236}">
                <a16:creationId xmlns:a16="http://schemas.microsoft.com/office/drawing/2014/main" id="{E2576D65-BA9A-4C38-D195-558BDD9AFD0E}"/>
              </a:ext>
            </a:extLst>
          </p:cNvPr>
          <p:cNvSpPr>
            <a:spLocks noGrp="1"/>
          </p:cNvSpPr>
          <p:nvPr>
            <p:ph type="body" sz="quarter" idx="19" hasCustomPrompt="1"/>
          </p:nvPr>
        </p:nvSpPr>
        <p:spPr>
          <a:xfrm>
            <a:off x="0" y="0"/>
            <a:ext cx="4657725" cy="6858000"/>
          </a:xfrm>
          <a:prstGeom prst="rect">
            <a:avLst/>
          </a:prstGeom>
        </p:spPr>
        <p:txBody>
          <a:bodyPr wrap="none" lIns="0" tIns="972000" rIns="0" bIns="0" anchor="t" anchorCtr="0">
            <a:noAutofit/>
          </a:bodyPr>
          <a:lstStyle>
            <a:lvl1pPr algn="r">
              <a:defRPr sz="40000" spc="-300">
                <a:solidFill>
                  <a:schemeClr val="bg1"/>
                </a:solidFill>
              </a:defRPr>
            </a:lvl1pPr>
          </a:lstStyle>
          <a:p>
            <a:pPr lvl="0"/>
            <a:r>
              <a:rPr lang="en-GB"/>
              <a:t>01</a:t>
            </a:r>
            <a:endParaRPr lang="en-PL"/>
          </a:p>
        </p:txBody>
      </p:sp>
      <p:sp>
        <p:nvSpPr>
          <p:cNvPr id="3" name="Title 5">
            <a:extLst>
              <a:ext uri="{FF2B5EF4-FFF2-40B4-BE49-F238E27FC236}">
                <a16:creationId xmlns:a16="http://schemas.microsoft.com/office/drawing/2014/main" id="{A46E6970-BA83-4193-5AED-3E295B609552}"/>
              </a:ext>
            </a:extLst>
          </p:cNvPr>
          <p:cNvSpPr>
            <a:spLocks noGrp="1"/>
          </p:cNvSpPr>
          <p:nvPr>
            <p:ph type="title" hasCustomPrompt="1"/>
          </p:nvPr>
        </p:nvSpPr>
        <p:spPr>
          <a:xfrm>
            <a:off x="5159374" y="4658810"/>
            <a:ext cx="6487665" cy="1672542"/>
          </a:xfrm>
          <a:prstGeom prst="rect">
            <a:avLst/>
          </a:prstGeom>
        </p:spPr>
        <p:txBody>
          <a:bodyPr vert="horz" lIns="0" tIns="0" rIns="0" bIns="0" rtlCol="0" anchor="t">
            <a:noAutofit/>
          </a:bodyPr>
          <a:lstStyle>
            <a:lvl1pPr>
              <a:spcBef>
                <a:spcPts val="0"/>
              </a:spcBef>
              <a:defRPr lang="en-US" sz="4800">
                <a:latin typeface="+mn-lt"/>
                <a:ea typeface="+mn-ea"/>
                <a:cs typeface="+mn-cs"/>
              </a:defRPr>
            </a:lvl1pPr>
          </a:lstStyle>
          <a:p>
            <a:pPr lvl="0">
              <a:lnSpc>
                <a:spcPct val="100000"/>
              </a:lnSpc>
              <a:spcBef>
                <a:spcPts val="1800"/>
              </a:spcBef>
              <a:buFont typeface="Arial" panose="020B0604020202020204" pitchFamily="34" charset="0"/>
            </a:pPr>
            <a:r>
              <a:rPr lang="en-US"/>
              <a:t>Click to add title</a:t>
            </a:r>
          </a:p>
        </p:txBody>
      </p:sp>
    </p:spTree>
    <p:extLst>
      <p:ext uri="{BB962C8B-B14F-4D97-AF65-F5344CB8AC3E}">
        <p14:creationId xmlns:p14="http://schemas.microsoft.com/office/powerpoint/2010/main" val="130869256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ivider Photo 1">
    <p:spTree>
      <p:nvGrpSpPr>
        <p:cNvPr id="1" name=""/>
        <p:cNvGrpSpPr/>
        <p:nvPr/>
      </p:nvGrpSpPr>
      <p:grpSpPr>
        <a:xfrm>
          <a:off x="0" y="0"/>
          <a:ext cx="0" cy="0"/>
          <a:chOff x="0" y="0"/>
          <a:chExt cx="0" cy="0"/>
        </a:xfrm>
      </p:grpSpPr>
      <p:sp>
        <p:nvSpPr>
          <p:cNvPr id="2" name="Picture Placeholder 10">
            <a:extLst>
              <a:ext uri="{FF2B5EF4-FFF2-40B4-BE49-F238E27FC236}">
                <a16:creationId xmlns:a16="http://schemas.microsoft.com/office/drawing/2014/main" id="{8AD156C1-F91F-57E6-BFA6-A0059404D21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7" name="Text Placeholder 8">
            <a:extLst>
              <a:ext uri="{FF2B5EF4-FFF2-40B4-BE49-F238E27FC236}">
                <a16:creationId xmlns:a16="http://schemas.microsoft.com/office/drawing/2014/main" id="{516D0E3A-0719-64AB-54D1-64F80BE164A7}"/>
              </a:ext>
            </a:extLst>
          </p:cNvPr>
          <p:cNvSpPr>
            <a:spLocks noGrp="1"/>
          </p:cNvSpPr>
          <p:nvPr>
            <p:ph type="body" sz="quarter" idx="19" hasCustomPrompt="1"/>
          </p:nvPr>
        </p:nvSpPr>
        <p:spPr>
          <a:xfrm>
            <a:off x="0" y="0"/>
            <a:ext cx="4657725" cy="6858000"/>
          </a:xfrm>
          <a:prstGeom prst="rect">
            <a:avLst/>
          </a:prstGeom>
        </p:spPr>
        <p:txBody>
          <a:bodyPr wrap="none" lIns="0" tIns="972000" rIns="0" bIns="0" anchor="t" anchorCtr="0">
            <a:noAutofit/>
          </a:bodyPr>
          <a:lstStyle>
            <a:lvl1pPr algn="r">
              <a:defRPr sz="40000" spc="-300">
                <a:solidFill>
                  <a:schemeClr val="bg1"/>
                </a:solidFill>
              </a:defRPr>
            </a:lvl1pPr>
          </a:lstStyle>
          <a:p>
            <a:pPr lvl="0"/>
            <a:r>
              <a:rPr lang="en-GB"/>
              <a:t>01</a:t>
            </a:r>
            <a:endParaRPr lang="en-PL"/>
          </a:p>
        </p:txBody>
      </p:sp>
      <p:sp>
        <p:nvSpPr>
          <p:cNvPr id="4" name="Title 5">
            <a:extLst>
              <a:ext uri="{FF2B5EF4-FFF2-40B4-BE49-F238E27FC236}">
                <a16:creationId xmlns:a16="http://schemas.microsoft.com/office/drawing/2014/main" id="{7F0E5308-C0B6-A51A-556D-DA29D16D994D}"/>
              </a:ext>
            </a:extLst>
          </p:cNvPr>
          <p:cNvSpPr>
            <a:spLocks noGrp="1"/>
          </p:cNvSpPr>
          <p:nvPr>
            <p:ph type="title" hasCustomPrompt="1"/>
          </p:nvPr>
        </p:nvSpPr>
        <p:spPr>
          <a:xfrm>
            <a:off x="5159374" y="4658810"/>
            <a:ext cx="6487665" cy="1672542"/>
          </a:xfrm>
          <a:prstGeom prst="rect">
            <a:avLst/>
          </a:prstGeom>
        </p:spPr>
        <p:txBody>
          <a:bodyPr vert="horz" lIns="0" tIns="0" rIns="0" bIns="0" rtlCol="0" anchor="t">
            <a:noAutofit/>
          </a:bodyPr>
          <a:lstStyle>
            <a:lvl1pPr>
              <a:spcBef>
                <a:spcPts val="0"/>
              </a:spcBef>
              <a:defRPr lang="en-US" sz="4800">
                <a:latin typeface="+mn-lt"/>
                <a:ea typeface="+mn-ea"/>
                <a:cs typeface="+mn-cs"/>
              </a:defRPr>
            </a:lvl1pPr>
          </a:lstStyle>
          <a:p>
            <a:pPr lvl="0">
              <a:lnSpc>
                <a:spcPct val="100000"/>
              </a:lnSpc>
              <a:spcBef>
                <a:spcPts val="1800"/>
              </a:spcBef>
              <a:buFont typeface="Arial" panose="020B0604020202020204" pitchFamily="34" charset="0"/>
            </a:pPr>
            <a:r>
              <a:rPr lang="en-US"/>
              <a:t>Click to add title</a:t>
            </a:r>
          </a:p>
        </p:txBody>
      </p:sp>
      <p:sp>
        <p:nvSpPr>
          <p:cNvPr id="5" name="Gradient Placeholder 5">
            <a:extLst>
              <a:ext uri="{FF2B5EF4-FFF2-40B4-BE49-F238E27FC236}">
                <a16:creationId xmlns:a16="http://schemas.microsoft.com/office/drawing/2014/main" id="{BCDFD201-C5C3-D115-FEBA-28F14920CBD6}"/>
              </a:ext>
            </a:extLst>
          </p:cNvPr>
          <p:cNvSpPr>
            <a:spLocks noGrp="1"/>
          </p:cNvSpPr>
          <p:nvPr>
            <p:ph type="body" sz="quarter" idx="28" hasCustomPrompt="1"/>
          </p:nvPr>
        </p:nvSpPr>
        <p:spPr>
          <a:xfrm>
            <a:off x="5159374" y="4257063"/>
            <a:ext cx="7032625"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a:defRPr kumimoji="0" lang="en-US" sz="700" b="0" i="0" u="none" strike="noStrike" kern="0" cap="none" spc="0" normalizeH="0" baseline="0" dirty="0" smtClean="0">
                <a:ln>
                  <a:noFill/>
                </a:ln>
                <a:solidFill>
                  <a:schemeClr val="tx2"/>
                </a:solidFill>
                <a:effectLst/>
                <a:uLnTx/>
                <a:uFillTx/>
                <a:latin typeface="Ubuntu"/>
              </a:defRPr>
            </a:lvl1pPr>
          </a:lstStyle>
          <a:p>
            <a:pPr lvl="0" algn="ctr">
              <a:spcBef>
                <a:spcPts val="0"/>
              </a:spcBef>
              <a:buFontTx/>
            </a:pPr>
            <a:r>
              <a:rPr lang="en-US"/>
              <a:t>Gradient in placeholder</a:t>
            </a:r>
          </a:p>
        </p:txBody>
      </p:sp>
      <p:sp>
        <p:nvSpPr>
          <p:cNvPr id="6" name="Logo Placeholder 7">
            <a:extLst>
              <a:ext uri="{FF2B5EF4-FFF2-40B4-BE49-F238E27FC236}">
                <a16:creationId xmlns:a16="http://schemas.microsoft.com/office/drawing/2014/main" id="{E76BD2F5-FBF2-4A06-98A5-A963BEB48103}"/>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126053876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ivider 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9BB1339-F341-E41B-4A76-E0462FDC1FEA}"/>
              </a:ext>
            </a:extLst>
          </p:cNvPr>
          <p:cNvSpPr/>
          <p:nvPr userDrawn="1"/>
        </p:nvSpPr>
        <p:spPr>
          <a:xfrm rot="16200000">
            <a:off x="-50850" y="3339001"/>
            <a:ext cx="6857998"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2" name="Text Placeholder 4">
            <a:extLst>
              <a:ext uri="{FF2B5EF4-FFF2-40B4-BE49-F238E27FC236}">
                <a16:creationId xmlns:a16="http://schemas.microsoft.com/office/drawing/2014/main" id="{3F32F9C5-7657-971E-0933-4E87CACF16B6}"/>
              </a:ext>
            </a:extLst>
          </p:cNvPr>
          <p:cNvSpPr>
            <a:spLocks noGrp="1"/>
          </p:cNvSpPr>
          <p:nvPr>
            <p:ph type="body" sz="quarter" idx="22" hasCustomPrompt="1"/>
          </p:nvPr>
        </p:nvSpPr>
        <p:spPr>
          <a:xfrm>
            <a:off x="-433" y="0"/>
            <a:ext cx="2736304" cy="2924175"/>
          </a:xfrm>
          <a:prstGeom prst="rect">
            <a:avLst/>
          </a:prstGeom>
        </p:spPr>
        <p:txBody>
          <a:bodyPr vert="vert270" wrap="none" lIns="0" tIns="0" rIns="0" bIns="0" rtlCol="0" anchor="t" anchorCtr="0">
            <a:noAutofit/>
          </a:bodyPr>
          <a:lstStyle>
            <a:lvl1pPr>
              <a:defRPr lang="en-US" sz="16600" b="0" cap="none" spc="0" baseline="0" dirty="0" smtClean="0"/>
            </a:lvl1pPr>
          </a:lstStyle>
          <a:p>
            <a:pPr lvl="0">
              <a:spcBef>
                <a:spcPts val="0"/>
              </a:spcBef>
            </a:pPr>
            <a:r>
              <a:rPr lang="en-US"/>
              <a:t>01</a:t>
            </a:r>
          </a:p>
        </p:txBody>
      </p:sp>
      <p:sp>
        <p:nvSpPr>
          <p:cNvPr id="5" name="Title 5">
            <a:extLst>
              <a:ext uri="{FF2B5EF4-FFF2-40B4-BE49-F238E27FC236}">
                <a16:creationId xmlns:a16="http://schemas.microsoft.com/office/drawing/2014/main" id="{E625B512-BDBE-A714-334E-2656E9C86B3D}"/>
              </a:ext>
            </a:extLst>
          </p:cNvPr>
          <p:cNvSpPr>
            <a:spLocks noGrp="1"/>
          </p:cNvSpPr>
          <p:nvPr>
            <p:ph type="title" hasCustomPrompt="1"/>
          </p:nvPr>
        </p:nvSpPr>
        <p:spPr>
          <a:xfrm>
            <a:off x="4253696" y="1510496"/>
            <a:ext cx="7393343" cy="2887883"/>
          </a:xfrm>
          <a:prstGeom prst="rect">
            <a:avLst/>
          </a:prstGeom>
        </p:spPr>
        <p:txBody>
          <a:bodyPr vert="horz" lIns="0" tIns="0" rIns="0" bIns="0" rtlCol="0" anchor="t">
            <a:noAutofit/>
          </a:bodyPr>
          <a:lstStyle>
            <a:lvl1pPr>
              <a:spcBef>
                <a:spcPts val="0"/>
              </a:spcBef>
              <a:defRPr lang="en-US" sz="5400">
                <a:latin typeface="+mn-lt"/>
                <a:ea typeface="+mn-ea"/>
                <a:cs typeface="+mn-cs"/>
              </a:defRPr>
            </a:lvl1pPr>
          </a:lstStyle>
          <a:p>
            <a:pPr lvl="0">
              <a:lnSpc>
                <a:spcPct val="100000"/>
              </a:lnSpc>
              <a:spcBef>
                <a:spcPts val="1800"/>
              </a:spcBef>
              <a:buFont typeface="Arial" panose="020B0604020202020204" pitchFamily="34" charset="0"/>
            </a:pPr>
            <a:r>
              <a:rPr lang="en-US"/>
              <a:t>Click to add title</a:t>
            </a:r>
          </a:p>
        </p:txBody>
      </p:sp>
    </p:spTree>
    <p:extLst>
      <p:ext uri="{BB962C8B-B14F-4D97-AF65-F5344CB8AC3E}">
        <p14:creationId xmlns:p14="http://schemas.microsoft.com/office/powerpoint/2010/main" val="28657172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4">
            <a:extLst>
              <a:ext uri="{FF2B5EF4-FFF2-40B4-BE49-F238E27FC236}">
                <a16:creationId xmlns:a16="http://schemas.microsoft.com/office/drawing/2014/main" id="{1F6551DB-6CE1-320B-D22E-B1F1DE0FA4B6}"/>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Tree>
    <p:extLst>
      <p:ext uri="{BB962C8B-B14F-4D97-AF65-F5344CB8AC3E}">
        <p14:creationId xmlns:p14="http://schemas.microsoft.com/office/powerpoint/2010/main" val="345780982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End Slide 3">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D1D17019-0BF4-2D81-E041-AFBAAFE615A7}"/>
              </a:ext>
            </a:extLst>
          </p:cNvPr>
          <p:cNvSpPr/>
          <p:nvPr userDrawn="1"/>
        </p:nvSpPr>
        <p:spPr>
          <a:xfrm>
            <a:off x="8146580" y="0"/>
            <a:ext cx="4045420" cy="6858000"/>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43" name="Group 2">
            <a:extLst>
              <a:ext uri="{FF2B5EF4-FFF2-40B4-BE49-F238E27FC236}">
                <a16:creationId xmlns:a16="http://schemas.microsoft.com/office/drawing/2014/main" id="{CD4310B4-5ADE-C2D0-DB4C-AF69D93A1DF5}"/>
              </a:ext>
            </a:extLst>
          </p:cNvPr>
          <p:cNvGrpSpPr>
            <a:grpSpLocks noChangeAspect="1"/>
          </p:cNvGrpSpPr>
          <p:nvPr userDrawn="1"/>
        </p:nvGrpSpPr>
        <p:grpSpPr>
          <a:xfrm>
            <a:off x="550863" y="6021288"/>
            <a:ext cx="1872000" cy="420870"/>
            <a:chOff x="5094083" y="5360390"/>
            <a:chExt cx="3039349" cy="683316"/>
          </a:xfrm>
          <a:solidFill>
            <a:schemeClr val="bg1"/>
          </a:solidFill>
        </p:grpSpPr>
        <p:sp>
          <p:nvSpPr>
            <p:cNvPr id="44" name="Freeform: Shape 4">
              <a:extLst>
                <a:ext uri="{FF2B5EF4-FFF2-40B4-BE49-F238E27FC236}">
                  <a16:creationId xmlns:a16="http://schemas.microsoft.com/office/drawing/2014/main" id="{089E09DC-D2DF-E25B-B85C-6EA1D98E1CA5}"/>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5" name="Freeform: Shape 5">
              <a:extLst>
                <a:ext uri="{FF2B5EF4-FFF2-40B4-BE49-F238E27FC236}">
                  <a16:creationId xmlns:a16="http://schemas.microsoft.com/office/drawing/2014/main" id="{CFFDC692-B337-393E-311F-6135E50AC69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6" name="Freeform: Shape 6">
              <a:extLst>
                <a:ext uri="{FF2B5EF4-FFF2-40B4-BE49-F238E27FC236}">
                  <a16:creationId xmlns:a16="http://schemas.microsoft.com/office/drawing/2014/main" id="{79F624AF-8CAF-1C4F-6AF4-0D3BAB6883DE}"/>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7" name="Freeform: Shape 7">
              <a:extLst>
                <a:ext uri="{FF2B5EF4-FFF2-40B4-BE49-F238E27FC236}">
                  <a16:creationId xmlns:a16="http://schemas.microsoft.com/office/drawing/2014/main" id="{CC7B72C0-ED2F-06D1-872B-CC0A248A4A55}"/>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8" name="Freeform: Shape 8">
              <a:extLst>
                <a:ext uri="{FF2B5EF4-FFF2-40B4-BE49-F238E27FC236}">
                  <a16:creationId xmlns:a16="http://schemas.microsoft.com/office/drawing/2014/main" id="{4387627B-473F-668B-D2BC-7D0705259BFC}"/>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endParaRPr lang="en-US" sz="1800">
                <a:solidFill>
                  <a:schemeClr val="bg1"/>
                </a:solidFill>
              </a:endParaRPr>
            </a:p>
          </p:txBody>
        </p:sp>
      </p:grpSp>
      <p:sp>
        <p:nvSpPr>
          <p:cNvPr id="9" name="Rectangle 8">
            <a:extLst>
              <a:ext uri="{FF2B5EF4-FFF2-40B4-BE49-F238E27FC236}">
                <a16:creationId xmlns:a16="http://schemas.microsoft.com/office/drawing/2014/main" id="{FA5EFF19-B281-F0C9-FB01-070197B8DB96}"/>
              </a:ext>
            </a:extLst>
          </p:cNvPr>
          <p:cNvSpPr/>
          <p:nvPr userDrawn="1"/>
        </p:nvSpPr>
        <p:spPr>
          <a:xfrm>
            <a:off x="550864" y="1384200"/>
            <a:ext cx="4248471" cy="17567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schemeClr val="bg2"/>
                </a:solidFill>
                <a:effectLst/>
                <a:uLnTx/>
                <a:uFillTx/>
                <a:latin typeface="+mn-lt"/>
                <a:ea typeface="+mn-ea"/>
                <a:cs typeface="+mn-cs"/>
              </a:rPr>
              <a:t>About Capgemini</a:t>
            </a:r>
          </a:p>
          <a:p>
            <a:pPr marL="0" marR="0" lvl="0" indent="0" algn="just" defTabSz="914400" rtl="0" eaLnBrk="1" fontAlgn="auto" latinLnBrk="0" hangingPunct="1">
              <a:lnSpc>
                <a:spcPct val="100000"/>
              </a:lnSpc>
              <a:spcBef>
                <a:spcPts val="0"/>
              </a:spcBef>
              <a:spcAft>
                <a:spcPts val="0"/>
              </a:spcAft>
              <a:buClrTx/>
              <a:buSzTx/>
              <a:buFontTx/>
              <a:buNone/>
              <a:tabLst/>
              <a:defRPr/>
            </a:pPr>
            <a:r>
              <a:rPr lang="en-GB" sz="900"/>
              <a:t>Capgemini is an AI-powered global business and technology transformation partner, delivering tangible business value. We imagine the future of organizations and make it real with AI, technology and people. With our strong heritage of nearly 60 years, we are a responsible and diverse group of 420,000 team members in more than 50 countries. We deliver end-to-end services and solutions with our deep industry expertise and strong partner ecosystem, leveraging our capabilities across strategy, technology, design, engineering and business operations. The Group reported 2024 global revenues of €22.1 billion.</a:t>
            </a:r>
            <a:endParaRPr kumimoji="0" lang="en-US" sz="900" b="0" i="0" u="none" strike="noStrike" kern="1200" cap="none" spc="0" normalizeH="0" baseline="0" noProof="0">
              <a:ln>
                <a:noFill/>
              </a:ln>
              <a:solidFill>
                <a:schemeClr val="bg2"/>
              </a:solidFill>
              <a:effectLst/>
              <a:uLnTx/>
              <a:uFillTx/>
              <a:latin typeface="+mn-lt"/>
              <a:ea typeface="+mn-ea"/>
              <a:cs typeface="+mn-cs"/>
            </a:endParaRPr>
          </a:p>
        </p:txBody>
      </p:sp>
      <p:sp>
        <p:nvSpPr>
          <p:cNvPr id="10" name="Rectangle 9">
            <a:extLst>
              <a:ext uri="{FF2B5EF4-FFF2-40B4-BE49-F238E27FC236}">
                <a16:creationId xmlns:a16="http://schemas.microsoft.com/office/drawing/2014/main" id="{456848E4-9E3E-BD1A-A82D-C9F95359644C}"/>
              </a:ext>
            </a:extLst>
          </p:cNvPr>
          <p:cNvSpPr/>
          <p:nvPr userDrawn="1"/>
        </p:nvSpPr>
        <p:spPr>
          <a:xfrm>
            <a:off x="550863" y="3325369"/>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a:solidFill>
                  <a:schemeClr val="accent2"/>
                </a:solidFill>
                <a:latin typeface="+mn-lt"/>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a:solidFill>
                  <a:schemeClr val="bg2"/>
                </a:solidFill>
                <a:latin typeface="+mn-lt"/>
              </a:rPr>
              <a:t>w</a:t>
            </a:r>
            <a:r>
              <a:rPr lang="en-US" sz="1050">
                <a:solidFill>
                  <a:schemeClr val="bg2"/>
                </a:solidFill>
                <a:latin typeface="+mn-lt"/>
              </a:rPr>
              <a:t>ww.capgemini.com</a:t>
            </a:r>
          </a:p>
        </p:txBody>
      </p:sp>
      <p:sp>
        <p:nvSpPr>
          <p:cNvPr id="11" name="Rectangle 10">
            <a:extLst>
              <a:ext uri="{FF2B5EF4-FFF2-40B4-BE49-F238E27FC236}">
                <a16:creationId xmlns:a16="http://schemas.microsoft.com/office/drawing/2014/main" id="{243A1DDC-0EE3-87D7-B55C-C8336892FA90}"/>
              </a:ext>
            </a:extLst>
          </p:cNvPr>
          <p:cNvSpPr/>
          <p:nvPr userDrawn="1"/>
        </p:nvSpPr>
        <p:spPr>
          <a:xfrm rot="16200000">
            <a:off x="4627581"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2" name="Rectangle 11">
            <a:extLst>
              <a:ext uri="{FF2B5EF4-FFF2-40B4-BE49-F238E27FC236}">
                <a16:creationId xmlns:a16="http://schemas.microsoft.com/office/drawing/2014/main" id="{40CD357F-2574-C1C1-CC23-4ED4DE7E3890}"/>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a:solidFill>
                  <a:schemeClr val="bg1"/>
                </a:solidFill>
                <a:latin typeface="+mn-lt"/>
                <a:cs typeface="Arial"/>
              </a:rPr>
              <a:t>This presentation contains information that may be privileged or confidential and is the property of the Capgemini Group.</a:t>
            </a:r>
          </a:p>
          <a:p>
            <a:pPr>
              <a:spcAft>
                <a:spcPts val="600"/>
              </a:spcAft>
            </a:pPr>
            <a:r>
              <a:rPr lang="en-US" sz="700" b="0" i="0" noProof="0">
                <a:solidFill>
                  <a:schemeClr val="bg1"/>
                </a:solidFill>
                <a:latin typeface="+mn-lt"/>
                <a:cs typeface="Arial"/>
              </a:rPr>
              <a:t>Copyright © 2026 Capgemini. All rights reserved.</a:t>
            </a:r>
          </a:p>
        </p:txBody>
      </p:sp>
      <p:grpSp>
        <p:nvGrpSpPr>
          <p:cNvPr id="13" name="Group 12">
            <a:extLst>
              <a:ext uri="{FF2B5EF4-FFF2-40B4-BE49-F238E27FC236}">
                <a16:creationId xmlns:a16="http://schemas.microsoft.com/office/drawing/2014/main" id="{AF5AEA53-A3F6-3C43-28B7-ED0F7493535A}"/>
              </a:ext>
            </a:extLst>
          </p:cNvPr>
          <p:cNvGrpSpPr/>
          <p:nvPr userDrawn="1"/>
        </p:nvGrpSpPr>
        <p:grpSpPr>
          <a:xfrm>
            <a:off x="8904288" y="5569004"/>
            <a:ext cx="1951070" cy="335280"/>
            <a:chOff x="8904288" y="5569004"/>
            <a:chExt cx="1951070" cy="335280"/>
          </a:xfrm>
        </p:grpSpPr>
        <p:pic>
          <p:nvPicPr>
            <p:cNvPr id="14" name="Picture 13">
              <a:hlinkClick r:id="rId2"/>
              <a:extLst>
                <a:ext uri="{FF2B5EF4-FFF2-40B4-BE49-F238E27FC236}">
                  <a16:creationId xmlns:a16="http://schemas.microsoft.com/office/drawing/2014/main" id="{BB2967E7-796B-6EA2-7BAD-CE5AAD3E5CCA}"/>
                </a:ext>
              </a:extLst>
            </p:cNvPr>
            <p:cNvPicPr>
              <a:picLocks noChangeAspect="1"/>
            </p:cNvPicPr>
            <p:nvPr userDrawn="1"/>
          </p:nvPicPr>
          <p:blipFill rotWithShape="1">
            <a:blip r:embed="rId3" cstate="screen">
              <a:lum bright="70000" contrast="-70000"/>
              <a:extLst>
                <a:ext uri="{BEBA8EAE-BF5A-486C-A8C5-ECC9F3942E4B}">
                  <a14:imgProps xmlns:a14="http://schemas.microsoft.com/office/drawing/2010/main">
                    <a14:imgLayer r:embed="rId4">
                      <a14:imgEffect>
                        <a14:artisticPhotocopy/>
                      </a14:imgEffect>
                    </a14:imgLayer>
                  </a14:imgProps>
                </a:ex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chemeClr val="bg1"/>
              </a:solidFill>
            </a:ln>
          </p:spPr>
        </p:pic>
        <p:pic>
          <p:nvPicPr>
            <p:cNvPr id="15" name="Picture 14">
              <a:hlinkClick r:id="rId5"/>
              <a:extLst>
                <a:ext uri="{FF2B5EF4-FFF2-40B4-BE49-F238E27FC236}">
                  <a16:creationId xmlns:a16="http://schemas.microsoft.com/office/drawing/2014/main" id="{D948212D-4697-CFC5-FD02-46AE44A499B0}"/>
                </a:ext>
              </a:extLst>
            </p:cNvPr>
            <p:cNvPicPr>
              <a:picLocks noChangeAspect="1"/>
            </p:cNvPicPr>
            <p:nvPr userDrawn="1"/>
          </p:nvPicPr>
          <p:blipFill rotWithShape="1">
            <a:blip r:embed="rId6" cstate="screen">
              <a:lum bright="70000" contrast="-70000"/>
              <a:extLst>
                <a:ext uri="{BEBA8EAE-BF5A-486C-A8C5-ECC9F3942E4B}">
                  <a14:imgProps xmlns:a14="http://schemas.microsoft.com/office/drawing/2010/main">
                    <a14:imgLayer r:embed="rId7">
                      <a14:imgEffect>
                        <a14:artisticPhotocopy/>
                      </a14:imgEffect>
                    </a14:imgLayer>
                  </a14:imgProps>
                </a:ex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chemeClr val="bg1"/>
              </a:solidFill>
            </a:ln>
          </p:spPr>
        </p:pic>
        <p:pic>
          <p:nvPicPr>
            <p:cNvPr id="16" name="Picture 15">
              <a:hlinkClick r:id="rId8"/>
              <a:extLst>
                <a:ext uri="{FF2B5EF4-FFF2-40B4-BE49-F238E27FC236}">
                  <a16:creationId xmlns:a16="http://schemas.microsoft.com/office/drawing/2014/main" id="{97D4CB73-5886-FD21-53D6-579070C94617}"/>
                </a:ext>
              </a:extLst>
            </p:cNvPr>
            <p:cNvPicPr>
              <a:picLocks noChangeAspect="1"/>
            </p:cNvPicPr>
            <p:nvPr userDrawn="1"/>
          </p:nvPicPr>
          <p:blipFill rotWithShape="1">
            <a:blip r:embed="rId9" cstate="screen">
              <a:lum bright="70000" contrast="-70000"/>
              <a:extLst>
                <a:ext uri="{BEBA8EAE-BF5A-486C-A8C5-ECC9F3942E4B}">
                  <a14:imgProps xmlns:a14="http://schemas.microsoft.com/office/drawing/2010/main">
                    <a14:imgLayer r:embed="rId10">
                      <a14:imgEffect>
                        <a14:artisticPhotocopy/>
                      </a14:imgEffect>
                    </a14:imgLayer>
                  </a14:imgProps>
                </a:ex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chemeClr val="bg1"/>
              </a:solidFill>
            </a:ln>
          </p:spPr>
        </p:pic>
        <p:pic>
          <p:nvPicPr>
            <p:cNvPr id="18" name="Picture 17">
              <a:hlinkClick r:id="rId11"/>
              <a:extLst>
                <a:ext uri="{FF2B5EF4-FFF2-40B4-BE49-F238E27FC236}">
                  <a16:creationId xmlns:a16="http://schemas.microsoft.com/office/drawing/2014/main" id="{20E4809F-7CE4-E75D-D9B3-B83DC708507C}"/>
                </a:ext>
              </a:extLst>
            </p:cNvPr>
            <p:cNvPicPr>
              <a:picLocks noChangeAspect="1"/>
            </p:cNvPicPr>
            <p:nvPr userDrawn="1"/>
          </p:nvPicPr>
          <p:blipFill rotWithShape="1">
            <a:blip r:embed="rId12" cstate="screen">
              <a:lum bright="70000" contrast="-70000"/>
              <a:extLst>
                <a:ext uri="{BEBA8EAE-BF5A-486C-A8C5-ECC9F3942E4B}">
                  <a14:imgProps xmlns:a14="http://schemas.microsoft.com/office/drawing/2010/main">
                    <a14:imgLayer r:embed="rId13">
                      <a14:imgEffect>
                        <a14:artisticPhotocopy/>
                      </a14:imgEffect>
                    </a14:imgLayer>
                  </a14:imgProps>
                </a:ex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chemeClr val="bg1"/>
              </a:solidFill>
            </a:ln>
          </p:spPr>
        </p:pic>
        <p:pic>
          <p:nvPicPr>
            <p:cNvPr id="19" name="Picture 18">
              <a:hlinkClick r:id="rId14"/>
              <a:extLst>
                <a:ext uri="{FF2B5EF4-FFF2-40B4-BE49-F238E27FC236}">
                  <a16:creationId xmlns:a16="http://schemas.microsoft.com/office/drawing/2014/main" id="{03D14A75-529F-A677-2FA2-C0BF7D445A39}"/>
                </a:ext>
              </a:extLst>
            </p:cNvPr>
            <p:cNvPicPr>
              <a:picLocks noChangeAspect="1"/>
            </p:cNvPicPr>
            <p:nvPr userDrawn="1"/>
          </p:nvPicPr>
          <p:blipFill rotWithShape="1">
            <a:blip r:embed="rId15" cstate="screen">
              <a:lum bright="70000" contrast="-70000"/>
              <a:extLst>
                <a:ext uri="{BEBA8EAE-BF5A-486C-A8C5-ECC9F3942E4B}">
                  <a14:imgProps xmlns:a14="http://schemas.microsoft.com/office/drawing/2010/main">
                    <a14:imgLayer r:embed="rId16">
                      <a14:imgEffect>
                        <a14:artisticPhotocopy/>
                      </a14:imgEffect>
                    </a14:imgLayer>
                  </a14:imgProps>
                </a:ex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chemeClr val="bg1"/>
              </a:solidFill>
            </a:ln>
          </p:spPr>
        </p:pic>
      </p:grpSp>
    </p:spTree>
    <p:extLst>
      <p:ext uri="{BB962C8B-B14F-4D97-AF65-F5344CB8AC3E}">
        <p14:creationId xmlns:p14="http://schemas.microsoft.com/office/powerpoint/2010/main" val="349096467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000" b="0" i="0">
                <a:solidFill>
                  <a:schemeClr val="bg1"/>
                </a:solidFill>
                <a:latin typeface="Ubuntu Light"/>
                <a:cs typeface="Ubuntu Light"/>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Tree>
    <p:extLst>
      <p:ext uri="{BB962C8B-B14F-4D97-AF65-F5344CB8AC3E}">
        <p14:creationId xmlns:p14="http://schemas.microsoft.com/office/powerpoint/2010/main" val="273415466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Content Title Only">
    <p:spTree>
      <p:nvGrpSpPr>
        <p:cNvPr id="1" name=""/>
        <p:cNvGrpSpPr/>
        <p:nvPr/>
      </p:nvGrpSpPr>
      <p:grpSpPr>
        <a:xfrm>
          <a:off x="0" y="0"/>
          <a:ext cx="0" cy="0"/>
          <a:chOff x="0" y="0"/>
          <a:chExt cx="0" cy="0"/>
        </a:xfrm>
      </p:grpSpPr>
      <p:sp>
        <p:nvSpPr>
          <p:cNvPr id="5" name="Title Placeholder 4">
            <a:extLst>
              <a:ext uri="{FF2B5EF4-FFF2-40B4-BE49-F238E27FC236}">
                <a16:creationId xmlns:a16="http://schemas.microsoft.com/office/drawing/2014/main" id="{BE487657-0883-7612-E021-FE58E865E605}"/>
              </a:ext>
            </a:extLst>
          </p:cNvPr>
          <p:cNvSpPr>
            <a:spLocks noGrp="1"/>
          </p:cNvSpPr>
          <p:nvPr>
            <p:ph type="title" hasCustomPrompt="1"/>
          </p:nvPr>
        </p:nvSpPr>
        <p:spPr>
          <a:xfrm>
            <a:off x="551384" y="549274"/>
            <a:ext cx="11089754" cy="1079526"/>
          </a:xfrm>
          <a:prstGeom prst="rect">
            <a:avLst/>
          </a:prstGeom>
        </p:spPr>
        <p:txBody>
          <a:bodyPr vert="horz" lIns="0" tIns="0" rIns="0" bIns="180000" rtlCol="0" anchor="t" anchorCtr="0">
            <a:noAutofit/>
          </a:bodyPr>
          <a:lstStyle>
            <a:lvl1pPr>
              <a:defRPr sz="2400"/>
            </a:lvl1pPr>
          </a:lstStyle>
          <a:p>
            <a:r>
              <a:rPr lang="en-US"/>
              <a:t>Click to edit </a:t>
            </a:r>
            <a:br>
              <a:rPr lang="en-US"/>
            </a:br>
            <a:r>
              <a:rPr lang="en-US"/>
              <a:t>Master title style</a:t>
            </a:r>
            <a:endParaRPr lang="de-DE"/>
          </a:p>
        </p:txBody>
      </p:sp>
    </p:spTree>
    <p:extLst>
      <p:ext uri="{BB962C8B-B14F-4D97-AF65-F5344CB8AC3E}">
        <p14:creationId xmlns:p14="http://schemas.microsoft.com/office/powerpoint/2010/main" val="361515719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Only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A8CE45-A6FC-9CE9-F8CD-BA044CFE9412}"/>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16695833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60563357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_Title and Content dark grey">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nchor="ctr" anchorCtr="0"/>
          <a:lstStyle>
            <a:lvl1pPr>
              <a:defRPr sz="2400">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91335310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Title and Subtitle">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667AB06E-CA55-4893-BAFA-61FF4CCDFBD1}"/>
              </a:ext>
            </a:extLst>
          </p:cNvPr>
          <p:cNvSpPr>
            <a:spLocks noGrp="1"/>
          </p:cNvSpPr>
          <p:nvPr>
            <p:ph type="body" sz="quarter" idx="15"/>
          </p:nvPr>
        </p:nvSpPr>
        <p:spPr>
          <a:xfrm>
            <a:off x="414971" y="1125538"/>
            <a:ext cx="11369042" cy="246221"/>
          </a:xfrm>
          <a:prstGeom prst="rect">
            <a:avLst/>
          </a:prstGeom>
        </p:spPr>
        <p:txBody>
          <a:bodyPr wrap="square">
            <a:spAutoFit/>
          </a:bodyPr>
          <a:lstStyle>
            <a:lvl1pPr>
              <a:defRPr sz="1600" b="0">
                <a:solidFill>
                  <a:schemeClr val="tx1"/>
                </a:solidFill>
                <a:latin typeface="Ubuntu Light" panose="020B0304030602030204" pitchFamily="34" charset="0"/>
              </a:defRPr>
            </a:lvl1pPr>
          </a:lstStyle>
          <a:p>
            <a:pPr lvl="0"/>
            <a:r>
              <a:rPr lang="fr-FR"/>
              <a:t>Cliquez pour modifier les styles du texte du masque</a:t>
            </a:r>
          </a:p>
        </p:txBody>
      </p:sp>
      <p:sp>
        <p:nvSpPr>
          <p:cNvPr id="2" name="Title 1">
            <a:extLst>
              <a:ext uri="{FF2B5EF4-FFF2-40B4-BE49-F238E27FC236}">
                <a16:creationId xmlns:a16="http://schemas.microsoft.com/office/drawing/2014/main" id="{DA3D6CCA-5023-D91C-5084-3ED466DC8001}"/>
              </a:ext>
            </a:extLst>
          </p:cNvPr>
          <p:cNvSpPr>
            <a:spLocks noGrp="1"/>
          </p:cNvSpPr>
          <p:nvPr>
            <p:ph type="title"/>
          </p:nvPr>
        </p:nvSpPr>
        <p:spPr/>
        <p:txBody>
          <a:bodyPr/>
          <a:lstStyle/>
          <a:p>
            <a:r>
              <a:rPr lang="fr-FR"/>
              <a:t>Modifiez le style du titre</a:t>
            </a:r>
            <a:endParaRPr lang="en-US"/>
          </a:p>
        </p:txBody>
      </p:sp>
    </p:spTree>
    <p:extLst>
      <p:ext uri="{BB962C8B-B14F-4D97-AF65-F5344CB8AC3E}">
        <p14:creationId xmlns:p14="http://schemas.microsoft.com/office/powerpoint/2010/main" val="6031290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20" name="Stickerbox" hidden="1">
            <a:extLst>
              <a:ext uri="{FF2B5EF4-FFF2-40B4-BE49-F238E27FC236}">
                <a16:creationId xmlns:a16="http://schemas.microsoft.com/office/drawing/2014/main" id="{D03A9799-ACDC-4925-8EE1-5C65CCCBD0FA}"/>
              </a:ext>
            </a:extLst>
          </p:cNvPr>
          <p:cNvSpPr>
            <a:spLocks noChangeArrowheads="1"/>
          </p:cNvSpPr>
          <p:nvPr userDrawn="1"/>
        </p:nvSpPr>
        <p:spPr bwMode="gray">
          <a:xfrm>
            <a:off x="11114363" y="1124744"/>
            <a:ext cx="804808" cy="402775"/>
          </a:xfrm>
          <a:prstGeom prst="rect">
            <a:avLst/>
          </a:prstGeom>
          <a:solidFill>
            <a:schemeClr val="accent2"/>
          </a:solidFill>
          <a:ln w="10795">
            <a:noFill/>
            <a:round/>
            <a:headEnd/>
            <a:tailEnd/>
          </a:ln>
          <a:effectLst/>
        </p:spPr>
        <p:txBody>
          <a:bodyPr vert="horz" wrap="none" lIns="108000" tIns="108000" rIns="108000" bIns="10800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all" spc="0" normalizeH="0" baseline="0" noProof="0">
                <a:ln>
                  <a:noFill/>
                </a:ln>
                <a:solidFill>
                  <a:srgbClr val="FFFFFF">
                    <a:lumMod val="100000"/>
                  </a:srgbClr>
                </a:solidFill>
                <a:effectLst/>
                <a:uLnTx/>
                <a:uFillTx/>
                <a:latin typeface="Ubuntu"/>
                <a:ea typeface="+mn-ea"/>
                <a:cs typeface="+mn-cs"/>
              </a:rPr>
              <a:t>Sticker</a:t>
            </a:r>
          </a:p>
        </p:txBody>
      </p:sp>
      <p:sp>
        <p:nvSpPr>
          <p:cNvPr id="22" name="CapgeminiBox" hidden="1">
            <a:extLst>
              <a:ext uri="{FF2B5EF4-FFF2-40B4-BE49-F238E27FC236}">
                <a16:creationId xmlns:a16="http://schemas.microsoft.com/office/drawing/2014/main" id="{7C293A1E-B461-4AFE-976D-6EE38B2AFEB4}"/>
              </a:ext>
            </a:extLst>
          </p:cNvPr>
          <p:cNvSpPr txBox="1">
            <a:spLocks/>
          </p:cNvSpPr>
          <p:nvPr userDrawn="1"/>
        </p:nvSpPr>
        <p:spPr>
          <a:xfrm>
            <a:off x="9592" y="0"/>
            <a:ext cx="1837661" cy="260350"/>
          </a:xfrm>
          <a:prstGeom prst="rect">
            <a:avLst/>
          </a:prstGeom>
        </p:spPr>
        <p:txBody>
          <a:bodyPr vert="horz" lIns="0" tIns="0" rIns="18000" bIns="0" rtlCol="0">
            <a:normAutofit fontScale="92500"/>
          </a:bodyPr>
          <a:lstStyle>
            <a:lvl1pPr marL="0" indent="0" algn="l" defTabSz="914400" rtl="0" eaLnBrk="1" latinLnBrk="0" hangingPunct="1">
              <a:lnSpc>
                <a:spcPct val="100000"/>
              </a:lnSpc>
              <a:spcBef>
                <a:spcPts val="600"/>
              </a:spcBef>
              <a:buFont typeface="Arial" panose="020B0604020202020204" pitchFamily="34" charset="0"/>
              <a:buNone/>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1"/>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tx1"/>
              </a:buClr>
              <a:buFont typeface="Verdana" panose="020B060403050404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a:t>Capgemini Invent v10.0</a:t>
            </a:r>
          </a:p>
        </p:txBody>
      </p:sp>
      <p:sp>
        <p:nvSpPr>
          <p:cNvPr id="29" name="FootnoteAndSource" hidden="1">
            <a:extLst>
              <a:ext uri="{FF2B5EF4-FFF2-40B4-BE49-F238E27FC236}">
                <a16:creationId xmlns:a16="http://schemas.microsoft.com/office/drawing/2014/main" id="{96E9BC24-418C-4CE4-8E81-3AF9AB04DEAA}"/>
              </a:ext>
            </a:extLst>
          </p:cNvPr>
          <p:cNvSpPr txBox="1"/>
          <p:nvPr userDrawn="1"/>
        </p:nvSpPr>
        <p:spPr>
          <a:xfrm>
            <a:off x="545323" y="6304130"/>
            <a:ext cx="11340000" cy="162096"/>
          </a:xfrm>
          <a:prstGeom prst="rect">
            <a:avLst/>
          </a:prstGeom>
          <a:noFill/>
        </p:spPr>
        <p:txBody>
          <a:bodyPr vert="horz" wrap="square" lIns="0" tIns="25400" rIns="0" bIns="25400" rtlCol="0" anchor="b" anchorCtr="0">
            <a:spAutoFit/>
          </a:bodyPr>
          <a:lstStyle>
            <a:defPPr>
              <a:defRPr lang="pt-PT"/>
            </a:defPPr>
            <a:lvl1pPr marL="429768" indent="-429768">
              <a:lnSpc>
                <a:spcPct val="90000"/>
              </a:lnSpc>
              <a:tabLst>
                <a:tab pos="347472" algn="r"/>
              </a:tabLst>
              <a:defRPr sz="800"/>
            </a:lvl1pPr>
          </a:lstStyle>
          <a:p>
            <a:pPr marL="429768" indent="-429768" defTabSz="914400">
              <a:lnSpc>
                <a:spcPct val="90000"/>
              </a:lnSpc>
              <a:tabLst>
                <a:tab pos="347472" algn="r"/>
              </a:tabLst>
            </a:pPr>
            <a:r>
              <a:rPr lang="de-DE" sz="800">
                <a:solidFill>
                  <a:schemeClr val="bg1"/>
                </a:solidFill>
              </a:rPr>
              <a:t>	Source:	Source Text</a:t>
            </a:r>
          </a:p>
        </p:txBody>
      </p:sp>
      <p:grpSp>
        <p:nvGrpSpPr>
          <p:cNvPr id="3" name="Group 37">
            <a:extLst>
              <a:ext uri="{FF2B5EF4-FFF2-40B4-BE49-F238E27FC236}">
                <a16:creationId xmlns:a16="http://schemas.microsoft.com/office/drawing/2014/main" id="{9962DC9F-19EF-0160-1ECB-38EA543386E4}"/>
              </a:ext>
            </a:extLst>
          </p:cNvPr>
          <p:cNvGrpSpPr/>
          <p:nvPr userDrawn="1"/>
        </p:nvGrpSpPr>
        <p:grpSpPr>
          <a:xfrm>
            <a:off x="11770322" y="176700"/>
            <a:ext cx="260230" cy="240782"/>
            <a:chOff x="5481638" y="2859088"/>
            <a:chExt cx="1231900" cy="1139825"/>
          </a:xfrm>
          <a:solidFill>
            <a:schemeClr val="bg1"/>
          </a:solidFill>
        </p:grpSpPr>
        <p:sp>
          <p:nvSpPr>
            <p:cNvPr id="6" name="Freeform 320">
              <a:extLst>
                <a:ext uri="{FF2B5EF4-FFF2-40B4-BE49-F238E27FC236}">
                  <a16:creationId xmlns:a16="http://schemas.microsoft.com/office/drawing/2014/main" id="{9EB66FFA-57EA-AE57-615D-D19F28A47239}"/>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 name="Freeform 321">
              <a:extLst>
                <a:ext uri="{FF2B5EF4-FFF2-40B4-BE49-F238E27FC236}">
                  <a16:creationId xmlns:a16="http://schemas.microsoft.com/office/drawing/2014/main" id="{FF39CD59-7E45-33C5-FA77-E50FFA28B646}"/>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pic>
        <p:nvPicPr>
          <p:cNvPr id="4" name="GRID" hidden="1">
            <a:extLst>
              <a:ext uri="{FF2B5EF4-FFF2-40B4-BE49-F238E27FC236}">
                <a16:creationId xmlns:a16="http://schemas.microsoft.com/office/drawing/2014/main" id="{BFE9CEFE-AC76-53D3-2BFB-AAF1D501EAEE}"/>
              </a:ext>
            </a:extLst>
          </p:cNvPr>
          <p:cNvPicPr>
            <a:picLocks noGrp="1" noRot="1" noMove="1" noResize="1" noEditPoints="1" noAdjustHandles="1" noChangeArrowheads="1" noChangeShapeType="1" noCrop="1"/>
          </p:cNvPicPr>
          <p:nvPr userDrawn="1"/>
        </p:nvPicPr>
        <p:blipFill>
          <a:blip r:embed="rId25">
            <a:extLst>
              <a:ext uri="{28A0092B-C50C-407E-A947-70E740481C1C}">
                <a14:useLocalDpi xmlns:a14="http://schemas.microsoft.com/office/drawing/2010/main"/>
              </a:ext>
            </a:extLst>
          </a:blip>
          <a:stretch>
            <a:fillRect/>
          </a:stretch>
        </p:blipFill>
        <p:spPr>
          <a:xfrm>
            <a:off x="550863" y="560562"/>
            <a:ext cx="11089753" cy="5748164"/>
          </a:xfrm>
          <a:prstGeom prst="rect">
            <a:avLst/>
          </a:prstGeom>
        </p:spPr>
      </p:pic>
      <p:sp>
        <p:nvSpPr>
          <p:cNvPr id="10" name="Title Placeholder 4">
            <a:extLst>
              <a:ext uri="{FF2B5EF4-FFF2-40B4-BE49-F238E27FC236}">
                <a16:creationId xmlns:a16="http://schemas.microsoft.com/office/drawing/2014/main" id="{4EBDE9B6-7E8E-ECA3-7C18-8F15D7F2CDF6}"/>
              </a:ext>
            </a:extLst>
          </p:cNvPr>
          <p:cNvSpPr>
            <a:spLocks noGrp="1"/>
          </p:cNvSpPr>
          <p:nvPr>
            <p:ph type="title"/>
          </p:nvPr>
        </p:nvSpPr>
        <p:spPr>
          <a:xfrm>
            <a:off x="551384" y="549274"/>
            <a:ext cx="11090938" cy="930372"/>
          </a:xfrm>
          <a:prstGeom prst="rect">
            <a:avLst/>
          </a:prstGeom>
        </p:spPr>
        <p:txBody>
          <a:bodyPr vert="horz" lIns="0" tIns="0" rIns="0" bIns="126000" rtlCol="0" anchor="b" anchorCtr="0">
            <a:noAutofit/>
          </a:bodyPr>
          <a:lstStyle/>
          <a:p>
            <a:pPr lvl="0"/>
            <a:r>
              <a:rPr lang="en-GB"/>
              <a:t>Click to edit Master title style</a:t>
            </a:r>
            <a:endParaRPr lang="de-DE"/>
          </a:p>
        </p:txBody>
      </p:sp>
      <p:sp>
        <p:nvSpPr>
          <p:cNvPr id="11" name="Text Placeholder 1">
            <a:extLst>
              <a:ext uri="{FF2B5EF4-FFF2-40B4-BE49-F238E27FC236}">
                <a16:creationId xmlns:a16="http://schemas.microsoft.com/office/drawing/2014/main" id="{E1DE77AD-1B56-5F52-BDCF-20F452E15E85}"/>
              </a:ext>
            </a:extLst>
          </p:cNvPr>
          <p:cNvSpPr>
            <a:spLocks noGrp="1"/>
          </p:cNvSpPr>
          <p:nvPr>
            <p:ph type="body" idx="1"/>
          </p:nvPr>
        </p:nvSpPr>
        <p:spPr>
          <a:xfrm>
            <a:off x="551384" y="1628800"/>
            <a:ext cx="11090938" cy="4668638"/>
          </a:xfrm>
          <a:prstGeom prst="rect">
            <a:avLst/>
          </a:prstGeom>
        </p:spPr>
        <p:txBody>
          <a:bodyPr vert="horz" lIns="0" tIns="0" rIns="0" bIns="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2" name="Date Placeholder 1">
            <a:extLst>
              <a:ext uri="{FF2B5EF4-FFF2-40B4-BE49-F238E27FC236}">
                <a16:creationId xmlns:a16="http://schemas.microsoft.com/office/drawing/2014/main" id="{685B0E24-DC23-E20F-4FDB-B99F41A674C2}"/>
              </a:ext>
            </a:extLst>
          </p:cNvPr>
          <p:cNvSpPr txBox="1">
            <a:spLocks/>
          </p:cNvSpPr>
          <p:nvPr userDrawn="1"/>
        </p:nvSpPr>
        <p:spPr>
          <a:xfrm>
            <a:off x="9809406" y="6650661"/>
            <a:ext cx="1831210" cy="123111"/>
          </a:xfrm>
          <a:prstGeom prst="rect">
            <a:avLst/>
          </a:prstGeom>
        </p:spPr>
        <p:txBody>
          <a:bodyPr wrap="none" lIns="0" tIns="0" rIns="0" bIns="0" anchor="ctr" anchorCtr="0">
            <a:noAutofit/>
          </a:bodyPr>
          <a:lstStyle>
            <a:defPPr>
              <a:defRPr lang="en-PL"/>
            </a:defPPr>
            <a:lvl1pPr marL="0" algn="r" defTabSz="914400" rtl="0" eaLnBrk="1" latinLnBrk="0" hangingPunct="1">
              <a:defRPr lang="de-DE" sz="800" kern="1200" smtClean="0">
                <a:solidFill>
                  <a:schemeClr val="bg1">
                    <a:lumMod val="6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28575" defTabSz="641350" hangingPunct="0">
              <a:lnSpc>
                <a:spcPct val="80000"/>
              </a:lnSpc>
              <a:spcBef>
                <a:spcPts val="1000"/>
              </a:spcBef>
            </a:pPr>
            <a:r>
              <a:rPr lang="en-US" kern="0">
                <a:solidFill>
                  <a:srgbClr val="FFFFFF">
                    <a:lumMod val="65000"/>
                  </a:srgbClr>
                </a:solidFill>
                <a:uFill>
                  <a:solidFill>
                    <a:srgbClr val="121A38">
                      <a:lumOff val="-57413"/>
                    </a:srgbClr>
                  </a:solidFill>
                </a:uFill>
                <a:latin typeface="Ubuntu"/>
                <a:sym typeface="BentonSansF Book"/>
              </a:rPr>
              <a:t>Company Confidential © Capgemini 2026. All rights reserved.</a:t>
            </a:r>
          </a:p>
        </p:txBody>
      </p:sp>
      <p:sp>
        <p:nvSpPr>
          <p:cNvPr id="13" name="Rectangle 43">
            <a:extLst>
              <a:ext uri="{FF2B5EF4-FFF2-40B4-BE49-F238E27FC236}">
                <a16:creationId xmlns:a16="http://schemas.microsoft.com/office/drawing/2014/main" id="{2AD0010B-4787-503C-54C4-10D307D5B9D8}"/>
              </a:ext>
            </a:extLst>
          </p:cNvPr>
          <p:cNvSpPr/>
          <p:nvPr userDrawn="1"/>
        </p:nvSpPr>
        <p:spPr>
          <a:xfrm>
            <a:off x="11778435" y="6604494"/>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Tree>
    <p:extLst>
      <p:ext uri="{BB962C8B-B14F-4D97-AF65-F5344CB8AC3E}">
        <p14:creationId xmlns:p14="http://schemas.microsoft.com/office/powerpoint/2010/main" val="3476050048"/>
      </p:ext>
    </p:extLst>
  </p:cSld>
  <p:clrMap bg1="lt1" tx1="dk1" bg2="lt2" tx2="dk2" accent1="accent1" accent2="accent2" accent3="accent3" accent4="accent4" accent5="accent5" accent6="accent6" hlink="hlink" folHlink="folHlink"/>
  <p:sldLayoutIdLst>
    <p:sldLayoutId id="2147483656" r:id="rId1"/>
    <p:sldLayoutId id="2147483657" r:id="rId2"/>
    <p:sldLayoutId id="2147483658" r:id="rId3"/>
    <p:sldLayoutId id="2147483659" r:id="rId4"/>
    <p:sldLayoutId id="2147483660" r:id="rId5"/>
    <p:sldLayoutId id="2147483661" r:id="rId6"/>
    <p:sldLayoutId id="2147483662" r:id="rId7"/>
    <p:sldLayoutId id="2147483663" r:id="rId8"/>
    <p:sldLayoutId id="2147483664" r:id="rId9"/>
    <p:sldLayoutId id="2147483665" r:id="rId10"/>
    <p:sldLayoutId id="2147483666" r:id="rId11"/>
    <p:sldLayoutId id="2147483667" r:id="rId12"/>
    <p:sldLayoutId id="2147483668" r:id="rId13"/>
    <p:sldLayoutId id="2147483669" r:id="rId14"/>
    <p:sldLayoutId id="2147483670" r:id="rId15"/>
    <p:sldLayoutId id="2147483671" r:id="rId16"/>
    <p:sldLayoutId id="2147483672" r:id="rId17"/>
    <p:sldLayoutId id="2147483673" r:id="rId18"/>
    <p:sldLayoutId id="2147483674" r:id="rId19"/>
    <p:sldLayoutId id="2147483675" r:id="rId20"/>
    <p:sldLayoutId id="2147483676" r:id="rId21"/>
    <p:sldLayoutId id="2147483677" r:id="rId22"/>
    <p:sldLayoutId id="2147483678" r:id="rId23"/>
  </p:sldLayoutIdLst>
  <p:hf hdr="0" ft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de-DE" sz="3200" b="0" i="0" u="none" strike="noStrike" kern="1200" cap="none" spc="0" normalizeH="0" baseline="0" noProof="0" dirty="0">
          <a:ln>
            <a:noFill/>
          </a:ln>
          <a:solidFill>
            <a:schemeClr val="bg1"/>
          </a:solidFill>
          <a:effectLst/>
          <a:uLnTx/>
          <a:uFillTx/>
          <a:latin typeface="+mj-lt"/>
          <a:ea typeface="+mj-ea"/>
          <a:cs typeface="+mj-cs"/>
        </a:defRPr>
      </a:lvl1pPr>
    </p:titleStyle>
    <p:bodyStyle>
      <a:lvl1pPr marL="0" marR="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sz="1400" kern="1200">
          <a:solidFill>
            <a:schemeClr val="bg1"/>
          </a:solidFill>
          <a:latin typeface="+mn-lt"/>
          <a:ea typeface="+mn-ea"/>
          <a:cs typeface="+mn-cs"/>
        </a:defRPr>
      </a:lvl1pPr>
      <a:lvl2pPr marL="180975" indent="-180975" algn="l" defTabSz="914400" rtl="0" eaLnBrk="1" latinLnBrk="0" hangingPunct="1">
        <a:lnSpc>
          <a:spcPct val="100000"/>
        </a:lnSpc>
        <a:spcBef>
          <a:spcPts val="600"/>
        </a:spcBef>
        <a:buClr>
          <a:schemeClr val="bg1"/>
        </a:buClr>
        <a:buFont typeface="Arial" panose="020B0604020202020204" pitchFamily="34" charset="0"/>
        <a:buChar char="•"/>
        <a:defRPr sz="1400" kern="1200">
          <a:solidFill>
            <a:schemeClr val="bg1"/>
          </a:solidFill>
          <a:latin typeface="+mn-lt"/>
          <a:ea typeface="+mn-ea"/>
          <a:cs typeface="+mn-cs"/>
        </a:defRPr>
      </a:lvl2pPr>
      <a:lvl3pPr marL="360000" indent="-180000" algn="l" defTabSz="914400" rtl="0" eaLnBrk="1" latinLnBrk="0" hangingPunct="1">
        <a:lnSpc>
          <a:spcPct val="100000"/>
        </a:lnSpc>
        <a:spcBef>
          <a:spcPts val="600"/>
        </a:spcBef>
        <a:buClr>
          <a:schemeClr val="bg1"/>
        </a:buClr>
        <a:buFont typeface="System Font Regular"/>
        <a:buChar char="-"/>
        <a:defRPr sz="1400" kern="1200">
          <a:solidFill>
            <a:schemeClr val="bg1"/>
          </a:solidFill>
          <a:latin typeface="+mn-lt"/>
          <a:ea typeface="+mn-ea"/>
          <a:cs typeface="+mn-cs"/>
        </a:defRPr>
      </a:lvl3pPr>
      <a:lvl4pPr marL="539750" indent="-180000" algn="l" defTabSz="914400" rtl="0" eaLnBrk="1" latinLnBrk="0" hangingPunct="1">
        <a:lnSpc>
          <a:spcPct val="100000"/>
        </a:lnSpc>
        <a:spcBef>
          <a:spcPts val="600"/>
        </a:spcBef>
        <a:buClr>
          <a:schemeClr val="accent2"/>
        </a:buClr>
        <a:buFont typeface="Arial" panose="020B0604020202020204" pitchFamily="34" charset="0"/>
        <a:buChar char="•"/>
        <a:tabLst/>
        <a:defRPr sz="1200" kern="1200">
          <a:solidFill>
            <a:schemeClr val="bg1"/>
          </a:solidFill>
          <a:latin typeface="+mn-lt"/>
          <a:ea typeface="+mn-ea"/>
          <a:cs typeface="+mn-cs"/>
        </a:defRPr>
      </a:lvl4pPr>
      <a:lvl5pPr marL="719138" indent="-180975" algn="l" defTabSz="914400" rtl="0" eaLnBrk="1" latinLnBrk="0" hangingPunct="1">
        <a:lnSpc>
          <a:spcPct val="100000"/>
        </a:lnSpc>
        <a:spcBef>
          <a:spcPts val="600"/>
        </a:spcBef>
        <a:buClr>
          <a:schemeClr val="accent2"/>
        </a:buClr>
        <a:buFont typeface="System Font Regular"/>
        <a:buChar char="-"/>
        <a:defRPr sz="12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8" orient="horz" pos="355">
          <p15:clr>
            <a:srgbClr val="F26B43"/>
          </p15:clr>
        </p15:guide>
        <p15:guide id="19" orient="horz" pos="2033">
          <p15:clr>
            <a:srgbClr val="F26B43"/>
          </p15:clr>
        </p15:guide>
        <p15:guide id="20" pos="174">
          <p15:clr>
            <a:srgbClr val="F26B43"/>
          </p15:clr>
        </p15:guide>
        <p15:guide id="21" pos="1920">
          <p15:clr>
            <a:srgbClr val="F26B43"/>
          </p15:clr>
        </p15:guide>
        <p15:guide id="22" pos="3667">
          <p15:clr>
            <a:srgbClr val="F26B43"/>
          </p15:clr>
        </p15:guide>
        <p15:guide id="23" orient="horz" pos="82">
          <p15:clr>
            <a:srgbClr val="F26B43"/>
          </p15:clr>
        </p15:guide>
        <p15:guide id="24" orient="horz" pos="513">
          <p15:clr>
            <a:srgbClr val="F26B43"/>
          </p15:clr>
        </p15:guide>
        <p15:guide id="25" orient="horz" pos="173">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xml"/><Relationship Id="rId1" Type="http://schemas.openxmlformats.org/officeDocument/2006/relationships/slideLayout" Target="../slideLayouts/slideLayout22.xml"/></Relationships>
</file>

<file path=ppt/slides/_rels/slide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2.xml"/><Relationship Id="rId1" Type="http://schemas.openxmlformats.org/officeDocument/2006/relationships/slideLayout" Target="../slideLayouts/slideLayout2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FB3A00-2428-7092-B40A-59FBAD7E8D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56CD40-FEED-FB66-22EA-DD245666F84A}"/>
              </a:ext>
            </a:extLst>
          </p:cNvPr>
          <p:cNvSpPr>
            <a:spLocks noGrp="1"/>
          </p:cNvSpPr>
          <p:nvPr>
            <p:ph type="title"/>
          </p:nvPr>
        </p:nvSpPr>
        <p:spPr>
          <a:xfrm>
            <a:off x="414971" y="260350"/>
            <a:ext cx="11008413" cy="792163"/>
          </a:xfrm>
        </p:spPr>
        <p:txBody>
          <a:bodyPr/>
          <a:lstStyle/>
          <a:p>
            <a:r>
              <a:rPr lang="en-US" dirty="0"/>
              <a:t>Our Understanding of Mainframe and AS/400 Apps Overview</a:t>
            </a:r>
            <a:endParaRPr lang="en-IN" sz="2600" dirty="0"/>
          </a:p>
        </p:txBody>
      </p:sp>
      <p:sp>
        <p:nvSpPr>
          <p:cNvPr id="17" name="Rectangle: Rounded Corners 16">
            <a:extLst>
              <a:ext uri="{FF2B5EF4-FFF2-40B4-BE49-F238E27FC236}">
                <a16:creationId xmlns:a16="http://schemas.microsoft.com/office/drawing/2014/main" id="{4BFBDC4C-949D-F3A3-D906-A34C999788AB}"/>
              </a:ext>
            </a:extLst>
          </p:cNvPr>
          <p:cNvSpPr/>
          <p:nvPr/>
        </p:nvSpPr>
        <p:spPr>
          <a:xfrm>
            <a:off x="433832" y="2672869"/>
            <a:ext cx="4009402" cy="3699417"/>
          </a:xfrm>
          <a:prstGeom prst="roundRect">
            <a:avLst>
              <a:gd name="adj" fmla="val 1459"/>
            </a:avLst>
          </a:prstGeom>
          <a:solidFill>
            <a:srgbClr val="383B4E"/>
          </a:solidFill>
          <a:ln w="9525">
            <a:noFill/>
            <a:prstDash val="soli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0" tIns="72000" rIns="72000" bIns="720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Ubuntu"/>
              <a:ea typeface="+mn-ea"/>
              <a:cs typeface="+mn-cs"/>
            </a:endParaRPr>
          </a:p>
        </p:txBody>
      </p:sp>
      <p:cxnSp>
        <p:nvCxnSpPr>
          <p:cNvPr id="88" name="Straight Connector 87">
            <a:extLst>
              <a:ext uri="{FF2B5EF4-FFF2-40B4-BE49-F238E27FC236}">
                <a16:creationId xmlns:a16="http://schemas.microsoft.com/office/drawing/2014/main" id="{8E37C210-9CC4-73CA-02CA-236EFD4B084C}"/>
              </a:ext>
            </a:extLst>
          </p:cNvPr>
          <p:cNvCxnSpPr>
            <a:cxnSpLocks/>
          </p:cNvCxnSpPr>
          <p:nvPr/>
        </p:nvCxnSpPr>
        <p:spPr>
          <a:xfrm>
            <a:off x="430681" y="2432106"/>
            <a:ext cx="11340000" cy="0"/>
          </a:xfrm>
          <a:prstGeom prst="line">
            <a:avLst/>
          </a:prstGeom>
          <a:solidFill>
            <a:schemeClr val="tx1">
              <a:lumMod val="85000"/>
              <a:lumOff val="15000"/>
            </a:schemeClr>
          </a:solidFill>
          <a:ln w="12700">
            <a:solidFill>
              <a:schemeClr val="bg1">
                <a:lumMod val="65000"/>
              </a:schemeClr>
            </a:solidFill>
            <a:headEnd type="diamond"/>
            <a:tailEnd type="diamond"/>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DB5D4A25-9AD2-89D3-C953-17D9B5D9D230}"/>
              </a:ext>
            </a:extLst>
          </p:cNvPr>
          <p:cNvSpPr txBox="1"/>
          <p:nvPr/>
        </p:nvSpPr>
        <p:spPr>
          <a:xfrm>
            <a:off x="414971" y="2050497"/>
            <a:ext cx="7620064"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Ubuntu"/>
                <a:ea typeface="+mn-ea"/>
                <a:cs typeface="+mn-cs"/>
              </a:rPr>
              <a:t>In-scope Tech stack: COBOL, JCL, ASSEMBLER, MU (EASYPLUS), RPG | Database: DB2 | Integration: IBM MQ, Z/OS connect </a:t>
            </a:r>
          </a:p>
        </p:txBody>
      </p:sp>
      <p:sp>
        <p:nvSpPr>
          <p:cNvPr id="16" name="Shape 2">
            <a:extLst>
              <a:ext uri="{FF2B5EF4-FFF2-40B4-BE49-F238E27FC236}">
                <a16:creationId xmlns:a16="http://schemas.microsoft.com/office/drawing/2014/main" id="{E71E55C8-2986-BDC1-1DB0-3E0B2AEED315}"/>
              </a:ext>
            </a:extLst>
          </p:cNvPr>
          <p:cNvSpPr/>
          <p:nvPr/>
        </p:nvSpPr>
        <p:spPr>
          <a:xfrm>
            <a:off x="445168" y="1157263"/>
            <a:ext cx="1554480" cy="841248"/>
          </a:xfrm>
          <a:prstGeom prst="roundRect">
            <a:avLst>
              <a:gd name="adj" fmla="val 8696"/>
            </a:avLst>
          </a:prstGeom>
          <a:solidFill>
            <a:srgbClr val="0058AB"/>
          </a:solidFill>
          <a:ln w="8890">
            <a:noFill/>
            <a:prstDash val="solid"/>
          </a:ln>
          <a:effectLst>
            <a:outerShdw blurRad="12700" dist="6350" dir="2700000" algn="bl" rotWithShape="0">
              <a:srgbClr val="6B7C93">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ptos"/>
              <a:ea typeface="+mn-ea"/>
              <a:cs typeface="+mn-cs"/>
            </a:endParaRPr>
          </a:p>
        </p:txBody>
      </p:sp>
      <p:sp>
        <p:nvSpPr>
          <p:cNvPr id="21" name="Text 4">
            <a:extLst>
              <a:ext uri="{FF2B5EF4-FFF2-40B4-BE49-F238E27FC236}">
                <a16:creationId xmlns:a16="http://schemas.microsoft.com/office/drawing/2014/main" id="{20C033BC-4FE5-AC2D-C2F5-540406DD800C}"/>
              </a:ext>
            </a:extLst>
          </p:cNvPr>
          <p:cNvSpPr/>
          <p:nvPr/>
        </p:nvSpPr>
        <p:spPr>
          <a:xfrm>
            <a:off x="957232" y="1274333"/>
            <a:ext cx="530352" cy="310896"/>
          </a:xfrm>
          <a:prstGeom prst="rect">
            <a:avLst/>
          </a:prstGeom>
          <a:noFill/>
          <a:ln>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000" b="0" i="0" u="none" strike="noStrike" kern="1200" cap="none" spc="0" normalizeH="0" baseline="0" noProof="0" dirty="0">
                <a:ln>
                  <a:noFill/>
                </a:ln>
                <a:solidFill>
                  <a:srgbClr val="FFFFFF"/>
                </a:solidFill>
                <a:effectLst/>
                <a:uLnTx/>
                <a:uFillTx/>
                <a:latin typeface="Ubuntu Medium"/>
                <a:ea typeface="+mn-ea"/>
                <a:cs typeface="+mn-cs"/>
              </a:rPr>
              <a:t>26</a:t>
            </a:r>
          </a:p>
        </p:txBody>
      </p:sp>
      <p:sp>
        <p:nvSpPr>
          <p:cNvPr id="25" name="Text 5">
            <a:extLst>
              <a:ext uri="{FF2B5EF4-FFF2-40B4-BE49-F238E27FC236}">
                <a16:creationId xmlns:a16="http://schemas.microsoft.com/office/drawing/2014/main" id="{F8EA7035-160B-E059-E4B8-91F8207CDB67}"/>
              </a:ext>
            </a:extLst>
          </p:cNvPr>
          <p:cNvSpPr/>
          <p:nvPr/>
        </p:nvSpPr>
        <p:spPr>
          <a:xfrm>
            <a:off x="529799" y="1667815"/>
            <a:ext cx="1442860" cy="310896"/>
          </a:xfrm>
          <a:prstGeom prst="rect">
            <a:avLst/>
          </a:prstGeom>
          <a:noFill/>
          <a:ln>
            <a:noFill/>
          </a:ln>
        </p:spPr>
        <p:txBody>
          <a:bodyPr wrap="square"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Ubuntu Medium"/>
                <a:ea typeface="+mn-ea"/>
                <a:cs typeface="+mn-cs"/>
              </a:rPr>
              <a:t>Mainframe apps</a:t>
            </a:r>
          </a:p>
        </p:txBody>
      </p:sp>
      <p:sp>
        <p:nvSpPr>
          <p:cNvPr id="28" name="Shape 6">
            <a:extLst>
              <a:ext uri="{FF2B5EF4-FFF2-40B4-BE49-F238E27FC236}">
                <a16:creationId xmlns:a16="http://schemas.microsoft.com/office/drawing/2014/main" id="{AF855F76-530E-3022-43B1-6551E59AA0BF}"/>
              </a:ext>
            </a:extLst>
          </p:cNvPr>
          <p:cNvSpPr/>
          <p:nvPr/>
        </p:nvSpPr>
        <p:spPr>
          <a:xfrm>
            <a:off x="2346215" y="1157263"/>
            <a:ext cx="1554480" cy="841248"/>
          </a:xfrm>
          <a:prstGeom prst="roundRect">
            <a:avLst>
              <a:gd name="adj" fmla="val 8696"/>
            </a:avLst>
          </a:prstGeom>
          <a:solidFill>
            <a:srgbClr val="0058AB"/>
          </a:solidFill>
          <a:ln w="8890">
            <a:noFill/>
            <a:prstDash val="solid"/>
          </a:ln>
          <a:effectLst>
            <a:outerShdw blurRad="12700" dist="6350" dir="2700000" algn="bl" rotWithShape="0">
              <a:srgbClr val="6B7C93">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ptos"/>
              <a:ea typeface="+mn-ea"/>
              <a:cs typeface="+mn-cs"/>
            </a:endParaRPr>
          </a:p>
        </p:txBody>
      </p:sp>
      <p:sp>
        <p:nvSpPr>
          <p:cNvPr id="35" name="Text 8">
            <a:extLst>
              <a:ext uri="{FF2B5EF4-FFF2-40B4-BE49-F238E27FC236}">
                <a16:creationId xmlns:a16="http://schemas.microsoft.com/office/drawing/2014/main" id="{AC982398-A9D0-4BA0-9FF1-81F7CA22F51A}"/>
              </a:ext>
            </a:extLst>
          </p:cNvPr>
          <p:cNvSpPr/>
          <p:nvPr/>
        </p:nvSpPr>
        <p:spPr>
          <a:xfrm>
            <a:off x="2858279" y="1274333"/>
            <a:ext cx="530352" cy="310896"/>
          </a:xfrm>
          <a:prstGeom prst="rect">
            <a:avLst/>
          </a:prstGeom>
          <a:noFill/>
          <a:ln>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000" b="0" i="0" u="none" strike="noStrike" kern="1200" cap="none" spc="0" normalizeH="0" baseline="0" noProof="0" dirty="0">
                <a:ln>
                  <a:noFill/>
                </a:ln>
                <a:solidFill>
                  <a:srgbClr val="FFFFFF"/>
                </a:solidFill>
                <a:effectLst/>
                <a:uLnTx/>
                <a:uFillTx/>
                <a:latin typeface="Ubuntu Medium"/>
                <a:ea typeface="+mn-ea"/>
                <a:cs typeface="+mn-cs"/>
              </a:rPr>
              <a:t>2</a:t>
            </a:r>
          </a:p>
        </p:txBody>
      </p:sp>
      <p:sp>
        <p:nvSpPr>
          <p:cNvPr id="43" name="Text 9">
            <a:extLst>
              <a:ext uri="{FF2B5EF4-FFF2-40B4-BE49-F238E27FC236}">
                <a16:creationId xmlns:a16="http://schemas.microsoft.com/office/drawing/2014/main" id="{BCC47F02-51F8-D711-2E69-814E52E9B37A}"/>
              </a:ext>
            </a:extLst>
          </p:cNvPr>
          <p:cNvSpPr/>
          <p:nvPr/>
        </p:nvSpPr>
        <p:spPr>
          <a:xfrm>
            <a:off x="2551517" y="1667815"/>
            <a:ext cx="1145586" cy="241131"/>
          </a:xfrm>
          <a:prstGeom prst="rect">
            <a:avLst/>
          </a:prstGeom>
          <a:noFill/>
          <a:ln>
            <a:noFill/>
          </a:ln>
        </p:spPr>
        <p:txBody>
          <a:bodyPr wrap="square"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Ubuntu Medium"/>
                <a:ea typeface="+mn-ea"/>
                <a:cs typeface="+mn-cs"/>
              </a:rPr>
              <a:t>AS/400 apps</a:t>
            </a:r>
          </a:p>
        </p:txBody>
      </p:sp>
      <p:sp>
        <p:nvSpPr>
          <p:cNvPr id="45" name="Shape 10">
            <a:extLst>
              <a:ext uri="{FF2B5EF4-FFF2-40B4-BE49-F238E27FC236}">
                <a16:creationId xmlns:a16="http://schemas.microsoft.com/office/drawing/2014/main" id="{0D5AAF9A-6131-2FB1-96BB-74BD776BFEFC}"/>
              </a:ext>
            </a:extLst>
          </p:cNvPr>
          <p:cNvSpPr/>
          <p:nvPr/>
        </p:nvSpPr>
        <p:spPr>
          <a:xfrm>
            <a:off x="4247262" y="1157263"/>
            <a:ext cx="1554480" cy="841248"/>
          </a:xfrm>
          <a:prstGeom prst="roundRect">
            <a:avLst>
              <a:gd name="adj" fmla="val 8696"/>
            </a:avLst>
          </a:prstGeom>
          <a:solidFill>
            <a:srgbClr val="0058AB"/>
          </a:solidFill>
          <a:ln w="8890">
            <a:noFill/>
            <a:prstDash val="solid"/>
          </a:ln>
          <a:effectLst>
            <a:outerShdw blurRad="12700" dist="6350" dir="2700000" algn="bl" rotWithShape="0">
              <a:srgbClr val="6B7C93">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ptos"/>
              <a:ea typeface="+mn-ea"/>
              <a:cs typeface="+mn-cs"/>
            </a:endParaRPr>
          </a:p>
        </p:txBody>
      </p:sp>
      <p:sp>
        <p:nvSpPr>
          <p:cNvPr id="54" name="Text 12">
            <a:extLst>
              <a:ext uri="{FF2B5EF4-FFF2-40B4-BE49-F238E27FC236}">
                <a16:creationId xmlns:a16="http://schemas.microsoft.com/office/drawing/2014/main" id="{2DD6209C-2432-63DC-1A4C-99B3C0857B3D}"/>
              </a:ext>
            </a:extLst>
          </p:cNvPr>
          <p:cNvSpPr/>
          <p:nvPr/>
        </p:nvSpPr>
        <p:spPr>
          <a:xfrm>
            <a:off x="4313750" y="1279091"/>
            <a:ext cx="1511166" cy="301381"/>
          </a:xfrm>
          <a:prstGeom prst="rect">
            <a:avLst/>
          </a:prstGeom>
          <a:noFill/>
          <a:ln>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000" b="0" i="0" u="none" strike="noStrike" kern="1200" cap="none" spc="0" normalizeH="0" baseline="0" noProof="0" dirty="0">
                <a:ln>
                  <a:noFill/>
                </a:ln>
                <a:solidFill>
                  <a:srgbClr val="FFFFFF"/>
                </a:solidFill>
                <a:effectLst/>
                <a:uLnTx/>
                <a:uFillTx/>
                <a:latin typeface="Ubuntu Medium"/>
                <a:ea typeface="+mn-ea"/>
                <a:cs typeface="+mn-cs"/>
              </a:rPr>
              <a:t>28</a:t>
            </a:r>
          </a:p>
        </p:txBody>
      </p:sp>
      <p:sp>
        <p:nvSpPr>
          <p:cNvPr id="58" name="Text 13">
            <a:extLst>
              <a:ext uri="{FF2B5EF4-FFF2-40B4-BE49-F238E27FC236}">
                <a16:creationId xmlns:a16="http://schemas.microsoft.com/office/drawing/2014/main" id="{8838CB1C-22D7-6158-C1AC-04FB2E7EF786}"/>
              </a:ext>
            </a:extLst>
          </p:cNvPr>
          <p:cNvSpPr/>
          <p:nvPr/>
        </p:nvSpPr>
        <p:spPr>
          <a:xfrm>
            <a:off x="4271382" y="1667815"/>
            <a:ext cx="1542847" cy="301381"/>
          </a:xfrm>
          <a:prstGeom prst="rect">
            <a:avLst/>
          </a:prstGeom>
          <a:noFill/>
          <a:ln>
            <a:noFill/>
          </a:ln>
        </p:spPr>
        <p:txBody>
          <a:bodyPr wrap="square"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Ubuntu Medium"/>
                <a:ea typeface="+mn-ea"/>
                <a:cs typeface="+mn-cs"/>
              </a:rPr>
              <a:t>Apps in production</a:t>
            </a:r>
          </a:p>
        </p:txBody>
      </p:sp>
      <p:sp>
        <p:nvSpPr>
          <p:cNvPr id="60" name="Shape 14">
            <a:extLst>
              <a:ext uri="{FF2B5EF4-FFF2-40B4-BE49-F238E27FC236}">
                <a16:creationId xmlns:a16="http://schemas.microsoft.com/office/drawing/2014/main" id="{94190E29-37BE-13B1-C230-972C5F248D00}"/>
              </a:ext>
            </a:extLst>
          </p:cNvPr>
          <p:cNvSpPr/>
          <p:nvPr/>
        </p:nvSpPr>
        <p:spPr>
          <a:xfrm>
            <a:off x="6251639" y="1157263"/>
            <a:ext cx="1554480" cy="841248"/>
          </a:xfrm>
          <a:prstGeom prst="roundRect">
            <a:avLst>
              <a:gd name="adj" fmla="val 8696"/>
            </a:avLst>
          </a:prstGeom>
          <a:solidFill>
            <a:srgbClr val="0058AB"/>
          </a:solidFill>
          <a:ln w="8890">
            <a:noFill/>
            <a:prstDash val="solid"/>
          </a:ln>
          <a:effectLst>
            <a:outerShdw blurRad="12700" dist="6350" dir="2700000" algn="bl" rotWithShape="0">
              <a:srgbClr val="6B7C93">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a:ln>
                <a:noFill/>
              </a:ln>
              <a:solidFill>
                <a:prstClr val="black"/>
              </a:solidFill>
              <a:effectLst/>
              <a:uLnTx/>
              <a:uFillTx/>
              <a:latin typeface="Aptos"/>
              <a:ea typeface="+mn-ea"/>
              <a:cs typeface="+mn-cs"/>
            </a:endParaRPr>
          </a:p>
        </p:txBody>
      </p:sp>
      <p:sp>
        <p:nvSpPr>
          <p:cNvPr id="64" name="Text 16">
            <a:extLst>
              <a:ext uri="{FF2B5EF4-FFF2-40B4-BE49-F238E27FC236}">
                <a16:creationId xmlns:a16="http://schemas.microsoft.com/office/drawing/2014/main" id="{0934EB71-9129-BB39-D102-4832108E924A}"/>
              </a:ext>
            </a:extLst>
          </p:cNvPr>
          <p:cNvSpPr/>
          <p:nvPr/>
        </p:nvSpPr>
        <p:spPr>
          <a:xfrm>
            <a:off x="6343206" y="1258712"/>
            <a:ext cx="1269089" cy="315801"/>
          </a:xfrm>
          <a:prstGeom prst="rect">
            <a:avLst/>
          </a:prstGeom>
          <a:noFill/>
          <a:ln>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000" b="0" i="0" u="none" strike="noStrike" kern="1200" cap="none" spc="0" normalizeH="0" baseline="0" noProof="0" dirty="0">
                <a:ln>
                  <a:noFill/>
                </a:ln>
                <a:solidFill>
                  <a:srgbClr val="FFFFFF"/>
                </a:solidFill>
                <a:effectLst/>
                <a:uLnTx/>
                <a:uFillTx/>
                <a:latin typeface="Ubuntu Medium"/>
                <a:ea typeface="+mn-ea"/>
                <a:cs typeface="+mn-cs"/>
              </a:rPr>
              <a:t>28</a:t>
            </a:r>
          </a:p>
        </p:txBody>
      </p:sp>
      <p:sp>
        <p:nvSpPr>
          <p:cNvPr id="66" name="Text 17">
            <a:extLst>
              <a:ext uri="{FF2B5EF4-FFF2-40B4-BE49-F238E27FC236}">
                <a16:creationId xmlns:a16="http://schemas.microsoft.com/office/drawing/2014/main" id="{A73CDDC0-148F-9EE0-A3BB-99FEE51C8D05}"/>
              </a:ext>
            </a:extLst>
          </p:cNvPr>
          <p:cNvSpPr/>
          <p:nvPr/>
        </p:nvSpPr>
        <p:spPr>
          <a:xfrm>
            <a:off x="6403278" y="1667815"/>
            <a:ext cx="1275146" cy="324877"/>
          </a:xfrm>
          <a:prstGeom prst="rect">
            <a:avLst/>
          </a:prstGeom>
          <a:noFill/>
          <a:ln>
            <a:noFill/>
          </a:ln>
        </p:spPr>
        <p:txBody>
          <a:bodyPr wrap="square"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Ubuntu Medium"/>
                <a:ea typeface="+mn-ea"/>
                <a:cs typeface="+mn-cs"/>
              </a:rPr>
              <a:t>MetLife Owned code</a:t>
            </a:r>
          </a:p>
        </p:txBody>
      </p:sp>
      <p:sp>
        <p:nvSpPr>
          <p:cNvPr id="68" name="Shape 18">
            <a:extLst>
              <a:ext uri="{FF2B5EF4-FFF2-40B4-BE49-F238E27FC236}">
                <a16:creationId xmlns:a16="http://schemas.microsoft.com/office/drawing/2014/main" id="{D74B652C-C2FA-2500-174A-CAE9EEEA8E00}"/>
              </a:ext>
            </a:extLst>
          </p:cNvPr>
          <p:cNvSpPr/>
          <p:nvPr/>
        </p:nvSpPr>
        <p:spPr>
          <a:xfrm>
            <a:off x="8256016" y="1157263"/>
            <a:ext cx="1554480" cy="841248"/>
          </a:xfrm>
          <a:prstGeom prst="roundRect">
            <a:avLst>
              <a:gd name="adj" fmla="val 8696"/>
            </a:avLst>
          </a:prstGeom>
          <a:solidFill>
            <a:srgbClr val="0058AB"/>
          </a:solidFill>
          <a:ln w="8890">
            <a:noFill/>
            <a:prstDash val="solid"/>
          </a:ln>
          <a:effectLst>
            <a:outerShdw blurRad="12700" dist="6350" dir="2700000" algn="bl" rotWithShape="0">
              <a:srgbClr val="6B7C93">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ptos"/>
              <a:ea typeface="+mn-ea"/>
              <a:cs typeface="+mn-cs"/>
            </a:endParaRPr>
          </a:p>
        </p:txBody>
      </p:sp>
      <p:sp>
        <p:nvSpPr>
          <p:cNvPr id="85" name="Shape 22">
            <a:extLst>
              <a:ext uri="{FF2B5EF4-FFF2-40B4-BE49-F238E27FC236}">
                <a16:creationId xmlns:a16="http://schemas.microsoft.com/office/drawing/2014/main" id="{AA95EA73-D545-1F9F-809C-63B5028BE2A6}"/>
              </a:ext>
            </a:extLst>
          </p:cNvPr>
          <p:cNvSpPr/>
          <p:nvPr/>
        </p:nvSpPr>
        <p:spPr>
          <a:xfrm>
            <a:off x="10203688" y="1157263"/>
            <a:ext cx="1554480" cy="841248"/>
          </a:xfrm>
          <a:prstGeom prst="roundRect">
            <a:avLst>
              <a:gd name="adj" fmla="val 8696"/>
            </a:avLst>
          </a:prstGeom>
          <a:solidFill>
            <a:srgbClr val="0058AB"/>
          </a:solidFill>
          <a:ln w="8890">
            <a:noFill/>
            <a:prstDash val="solid"/>
          </a:ln>
          <a:effectLst>
            <a:outerShdw blurRad="12700" dist="6350" dir="2700000" algn="bl" rotWithShape="0">
              <a:srgbClr val="6B7C93">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ptos"/>
              <a:ea typeface="+mn-ea"/>
              <a:cs typeface="+mn-cs"/>
            </a:endParaRPr>
          </a:p>
        </p:txBody>
      </p:sp>
      <p:sp>
        <p:nvSpPr>
          <p:cNvPr id="93" name="Text 24">
            <a:extLst>
              <a:ext uri="{FF2B5EF4-FFF2-40B4-BE49-F238E27FC236}">
                <a16:creationId xmlns:a16="http://schemas.microsoft.com/office/drawing/2014/main" id="{DE3A2A44-A745-7CA0-D5F3-8D6511F9236E}"/>
              </a:ext>
            </a:extLst>
          </p:cNvPr>
          <p:cNvSpPr/>
          <p:nvPr/>
        </p:nvSpPr>
        <p:spPr>
          <a:xfrm>
            <a:off x="8778252" y="1237162"/>
            <a:ext cx="530352" cy="310896"/>
          </a:xfrm>
          <a:prstGeom prst="rect">
            <a:avLst/>
          </a:prstGeom>
          <a:noFill/>
          <a:ln>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000" b="0" i="0" u="none" strike="noStrike" kern="1200" cap="none" spc="0" normalizeH="0" baseline="0" noProof="0" dirty="0">
                <a:ln>
                  <a:noFill/>
                </a:ln>
                <a:solidFill>
                  <a:srgbClr val="FFFFFF"/>
                </a:solidFill>
                <a:effectLst/>
                <a:uLnTx/>
                <a:uFillTx/>
                <a:latin typeface="Ubuntu Medium"/>
                <a:ea typeface="+mn-ea"/>
                <a:cs typeface="+mn-cs"/>
              </a:rPr>
              <a:t>26</a:t>
            </a:r>
          </a:p>
        </p:txBody>
      </p:sp>
      <p:sp>
        <p:nvSpPr>
          <p:cNvPr id="95" name="Text 25">
            <a:extLst>
              <a:ext uri="{FF2B5EF4-FFF2-40B4-BE49-F238E27FC236}">
                <a16:creationId xmlns:a16="http://schemas.microsoft.com/office/drawing/2014/main" id="{48AC05CC-F4A5-EC63-7DE8-40ECD49ACB48}"/>
              </a:ext>
            </a:extLst>
          </p:cNvPr>
          <p:cNvSpPr/>
          <p:nvPr/>
        </p:nvSpPr>
        <p:spPr>
          <a:xfrm>
            <a:off x="8071616" y="1630644"/>
            <a:ext cx="1916561" cy="241651"/>
          </a:xfrm>
          <a:prstGeom prst="rect">
            <a:avLst/>
          </a:prstGeom>
          <a:noFill/>
          <a:ln>
            <a:noFill/>
          </a:ln>
        </p:spPr>
        <p:txBody>
          <a:bodyPr wrap="square"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Ubuntu Medium"/>
                <a:ea typeface="+mn-ea"/>
                <a:cs typeface="+mn-cs"/>
              </a:rPr>
              <a:t>Policy Admin apps (all mainframe)</a:t>
            </a:r>
          </a:p>
        </p:txBody>
      </p:sp>
      <p:sp>
        <p:nvSpPr>
          <p:cNvPr id="103" name="Text 27">
            <a:extLst>
              <a:ext uri="{FF2B5EF4-FFF2-40B4-BE49-F238E27FC236}">
                <a16:creationId xmlns:a16="http://schemas.microsoft.com/office/drawing/2014/main" id="{01F7137D-12B2-FB98-901C-1C23193E192C}"/>
              </a:ext>
            </a:extLst>
          </p:cNvPr>
          <p:cNvSpPr/>
          <p:nvPr/>
        </p:nvSpPr>
        <p:spPr>
          <a:xfrm>
            <a:off x="625208" y="2852012"/>
            <a:ext cx="237744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100" normalizeH="0" baseline="0" noProof="0" dirty="0">
                <a:ln>
                  <a:noFill/>
                </a:ln>
                <a:solidFill>
                  <a:srgbClr val="FFFFFF"/>
                </a:solidFill>
                <a:effectLst/>
                <a:uLnTx/>
                <a:uFillTx/>
                <a:latin typeface="Ubuntu"/>
                <a:ea typeface="+mn-ea"/>
                <a:cs typeface="+mn-cs"/>
              </a:rPr>
              <a:t>PORTFOLIO COMPOSITION</a:t>
            </a:r>
            <a:endParaRPr kumimoji="0" lang="en-US" sz="1000" b="1" i="0" u="none" strike="noStrike" kern="1200" cap="none" spc="0" normalizeH="0" baseline="0" noProof="0" dirty="0">
              <a:ln>
                <a:noFill/>
              </a:ln>
              <a:solidFill>
                <a:srgbClr val="FFFFFF"/>
              </a:solidFill>
              <a:effectLst/>
              <a:uLnTx/>
              <a:uFillTx/>
              <a:latin typeface="Ubuntu"/>
              <a:ea typeface="+mn-ea"/>
              <a:cs typeface="+mn-cs"/>
            </a:endParaRPr>
          </a:p>
        </p:txBody>
      </p:sp>
      <p:sp>
        <p:nvSpPr>
          <p:cNvPr id="137" name="Shape 43">
            <a:extLst>
              <a:ext uri="{FF2B5EF4-FFF2-40B4-BE49-F238E27FC236}">
                <a16:creationId xmlns:a16="http://schemas.microsoft.com/office/drawing/2014/main" id="{A89FD5DF-0B7F-F677-E299-9DCF66DAE652}"/>
              </a:ext>
            </a:extLst>
          </p:cNvPr>
          <p:cNvSpPr/>
          <p:nvPr/>
        </p:nvSpPr>
        <p:spPr>
          <a:xfrm>
            <a:off x="822186" y="5672193"/>
            <a:ext cx="3255264" cy="1"/>
          </a:xfrm>
          <a:prstGeom prst="line">
            <a:avLst/>
          </a:prstGeom>
          <a:noFill/>
          <a:ln w="10160">
            <a:solidFill>
              <a:srgbClr val="D9E2E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1" i="0" u="none" strike="noStrike" kern="1200" cap="none" spc="0" normalizeH="0" baseline="0" noProof="0">
              <a:ln>
                <a:noFill/>
              </a:ln>
              <a:solidFill>
                <a:srgbClr val="FFFFFF"/>
              </a:solidFill>
              <a:effectLst/>
              <a:uLnTx/>
              <a:uFillTx/>
              <a:latin typeface="Ubuntu Medium"/>
              <a:ea typeface="+mn-ea"/>
              <a:cs typeface="+mn-cs"/>
            </a:endParaRPr>
          </a:p>
        </p:txBody>
      </p:sp>
      <p:sp>
        <p:nvSpPr>
          <p:cNvPr id="139" name="Text 44">
            <a:extLst>
              <a:ext uri="{FF2B5EF4-FFF2-40B4-BE49-F238E27FC236}">
                <a16:creationId xmlns:a16="http://schemas.microsoft.com/office/drawing/2014/main" id="{827DB8CE-8987-862A-561B-F822A2BFB034}"/>
              </a:ext>
            </a:extLst>
          </p:cNvPr>
          <p:cNvSpPr/>
          <p:nvPr/>
        </p:nvSpPr>
        <p:spPr>
          <a:xfrm>
            <a:off x="718583" y="5842870"/>
            <a:ext cx="3255264" cy="329184"/>
          </a:xfrm>
          <a:prstGeom prst="rect">
            <a:avLst/>
          </a:prstGeom>
          <a:noFill/>
          <a:ln/>
        </p:spPr>
        <p:txBody>
          <a:bodyPr wrap="square" lIns="0" tIns="0" rIns="0" bIns="0" rtlCol="0" anchor="ctr">
            <a:norm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000" i="1" u="none" strike="noStrike" kern="1200" cap="none" spc="0" normalizeH="0" baseline="0" noProof="0" dirty="0">
                <a:ln>
                  <a:noFill/>
                </a:ln>
                <a:solidFill>
                  <a:srgbClr val="FFFFFF"/>
                </a:solidFill>
                <a:effectLst/>
                <a:uLnTx/>
                <a:uFillTx/>
                <a:latin typeface="Ubuntu"/>
                <a:ea typeface="+mn-ea"/>
                <a:cs typeface="+mn-cs"/>
              </a:rPr>
              <a:t>All 28 are MetLife IT hosted/supported, AD supported and not internet-facing.</a:t>
            </a:r>
          </a:p>
        </p:txBody>
      </p:sp>
      <p:sp>
        <p:nvSpPr>
          <p:cNvPr id="141" name="TextBox 140">
            <a:extLst>
              <a:ext uri="{FF2B5EF4-FFF2-40B4-BE49-F238E27FC236}">
                <a16:creationId xmlns:a16="http://schemas.microsoft.com/office/drawing/2014/main" id="{6DFF8D7F-5AB7-FA79-1557-DE911B709FB6}"/>
              </a:ext>
            </a:extLst>
          </p:cNvPr>
          <p:cNvSpPr txBox="1"/>
          <p:nvPr/>
        </p:nvSpPr>
        <p:spPr>
          <a:xfrm>
            <a:off x="2449818" y="3230325"/>
            <a:ext cx="1787618" cy="1041907"/>
          </a:xfrm>
          <a:prstGeom prst="roundRect">
            <a:avLst/>
          </a:prstGeom>
          <a:solidFill>
            <a:schemeClr val="accent1">
              <a:lumMod val="20000"/>
              <a:lumOff val="80000"/>
              <a:alpha val="40000"/>
            </a:schemeClr>
          </a:solidFill>
        </p:spPr>
        <p:txBody>
          <a:bodyPr wrap="square" rtlCol="0" anchor="t">
            <a:noAutofit/>
          </a:bodyPr>
          <a:lstStyle/>
          <a:p>
            <a:pPr marL="0" marR="0" lvl="0" indent="0" algn="ctr" defTabSz="91414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dirty="0">
                <a:ln>
                  <a:noFill/>
                </a:ln>
                <a:solidFill>
                  <a:srgbClr val="FFFFFF"/>
                </a:solidFill>
                <a:effectLst/>
                <a:uLnTx/>
                <a:uFillTx/>
                <a:latin typeface="Ubuntu"/>
                <a:ea typeface="+mn-ea"/>
                <a:cs typeface="+mn-cs"/>
              </a:rPr>
              <a:t>Application Class</a:t>
            </a:r>
          </a:p>
        </p:txBody>
      </p:sp>
      <p:sp>
        <p:nvSpPr>
          <p:cNvPr id="143" name="Text 30">
            <a:extLst>
              <a:ext uri="{FF2B5EF4-FFF2-40B4-BE49-F238E27FC236}">
                <a16:creationId xmlns:a16="http://schemas.microsoft.com/office/drawing/2014/main" id="{909C4133-BC23-9A24-928E-6202DD1CEF39}"/>
              </a:ext>
            </a:extLst>
          </p:cNvPr>
          <p:cNvSpPr/>
          <p:nvPr/>
        </p:nvSpPr>
        <p:spPr>
          <a:xfrm>
            <a:off x="2564084" y="3668197"/>
            <a:ext cx="1704013" cy="438912"/>
          </a:xfrm>
          <a:prstGeom prst="rect">
            <a:avLst/>
          </a:prstGeom>
          <a:noFill/>
          <a:ln/>
        </p:spPr>
        <p:txBody>
          <a:bodyPr wrap="square" lIns="0" tIns="0" rIns="0" bIns="0" rtlCol="0" anchor="ctr">
            <a:normAutofit fontScale="850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D5D0"/>
                </a:solidFill>
                <a:effectLst/>
                <a:uLnTx/>
                <a:uFillTx/>
                <a:latin typeface="Ubuntu"/>
                <a:ea typeface="+mn-ea"/>
                <a:cs typeface="+mn-cs"/>
              </a:rPr>
              <a:t>27</a:t>
            </a:r>
            <a:r>
              <a:rPr kumimoji="0" lang="en-US" sz="1040" b="1" i="0" u="none" strike="noStrike" kern="1200" cap="none" spc="0" normalizeH="0" baseline="0" noProof="0" dirty="0">
                <a:ln>
                  <a:noFill/>
                </a:ln>
                <a:solidFill>
                  <a:srgbClr val="FFFFFF"/>
                </a:solidFill>
                <a:effectLst/>
                <a:uLnTx/>
                <a:uFillTx/>
                <a:latin typeface="Ubuntu"/>
                <a:ea typeface="+mn-ea"/>
                <a:cs typeface="+mn-cs"/>
              </a:rPr>
              <a:t> Core Business Apps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40" b="1" i="0" u="none" strike="noStrike" kern="1200" cap="none" spc="0" normalizeH="0" baseline="0" noProof="0" dirty="0">
              <a:ln>
                <a:noFill/>
              </a:ln>
              <a:solidFill>
                <a:srgbClr val="FFFFFF"/>
              </a:solidFill>
              <a:effectLst/>
              <a:uLnTx/>
              <a:uFillTx/>
              <a:latin typeface="Ubuntu"/>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D5D0"/>
                </a:solidFill>
                <a:effectLst/>
                <a:uLnTx/>
                <a:uFillTx/>
                <a:latin typeface="Ubuntu"/>
                <a:ea typeface="+mn-ea"/>
                <a:cs typeface="+mn-cs"/>
              </a:rPr>
              <a:t>1</a:t>
            </a:r>
            <a:r>
              <a:rPr kumimoji="0" lang="en-US" sz="1040" b="1" i="0" u="none" strike="noStrike" kern="1200" cap="none" spc="0" normalizeH="0" baseline="0" noProof="0" dirty="0">
                <a:ln>
                  <a:noFill/>
                </a:ln>
                <a:solidFill>
                  <a:srgbClr val="FFFFFF"/>
                </a:solidFill>
                <a:effectLst/>
                <a:uLnTx/>
                <a:uFillTx/>
                <a:latin typeface="Ubuntu"/>
                <a:ea typeface="+mn-ea"/>
                <a:cs typeface="+mn-cs"/>
              </a:rPr>
              <a:t> Common Service Business</a:t>
            </a:r>
            <a:endParaRPr kumimoji="0" lang="en-US" sz="1040" b="0" i="0" u="none" strike="noStrike" kern="1200" cap="none" spc="0" normalizeH="0" baseline="0" noProof="0" dirty="0">
              <a:ln>
                <a:noFill/>
              </a:ln>
              <a:solidFill>
                <a:srgbClr val="FFFFFF"/>
              </a:solidFill>
              <a:effectLst/>
              <a:uLnTx/>
              <a:uFillTx/>
              <a:latin typeface="Ubuntu"/>
              <a:ea typeface="+mn-ea"/>
              <a:cs typeface="+mn-cs"/>
            </a:endParaRPr>
          </a:p>
        </p:txBody>
      </p:sp>
      <p:sp>
        <p:nvSpPr>
          <p:cNvPr id="145" name="TextBox 144">
            <a:extLst>
              <a:ext uri="{FF2B5EF4-FFF2-40B4-BE49-F238E27FC236}">
                <a16:creationId xmlns:a16="http://schemas.microsoft.com/office/drawing/2014/main" id="{457FF58B-D068-6140-2221-242F9E5D23D8}"/>
              </a:ext>
            </a:extLst>
          </p:cNvPr>
          <p:cNvSpPr txBox="1"/>
          <p:nvPr/>
        </p:nvSpPr>
        <p:spPr>
          <a:xfrm>
            <a:off x="2453103" y="4400223"/>
            <a:ext cx="1787618" cy="1041907"/>
          </a:xfrm>
          <a:prstGeom prst="roundRect">
            <a:avLst/>
          </a:prstGeom>
          <a:solidFill>
            <a:schemeClr val="accent1">
              <a:lumMod val="20000"/>
              <a:lumOff val="80000"/>
              <a:alpha val="40000"/>
            </a:schemeClr>
          </a:solidFill>
        </p:spPr>
        <p:txBody>
          <a:bodyPr wrap="square" rtlCol="0" anchor="t">
            <a:noAutofit/>
          </a:bodyPr>
          <a:lstStyle/>
          <a:p>
            <a:pPr marL="0" marR="0" lvl="0" indent="0" algn="ctr" defTabSz="91414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dirty="0">
                <a:ln>
                  <a:noFill/>
                </a:ln>
                <a:solidFill>
                  <a:srgbClr val="FFFFFF"/>
                </a:solidFill>
                <a:effectLst/>
                <a:uLnTx/>
                <a:uFillTx/>
                <a:latin typeface="Ubuntu"/>
                <a:ea typeface="+mn-ea"/>
                <a:cs typeface="+mn-cs"/>
              </a:rPr>
              <a:t>Domain</a:t>
            </a:r>
          </a:p>
        </p:txBody>
      </p:sp>
      <p:sp>
        <p:nvSpPr>
          <p:cNvPr id="147" name="Text 30">
            <a:extLst>
              <a:ext uri="{FF2B5EF4-FFF2-40B4-BE49-F238E27FC236}">
                <a16:creationId xmlns:a16="http://schemas.microsoft.com/office/drawing/2014/main" id="{BA63D612-1F45-A177-CAAF-EB763EA2AD2E}"/>
              </a:ext>
            </a:extLst>
          </p:cNvPr>
          <p:cNvSpPr/>
          <p:nvPr/>
        </p:nvSpPr>
        <p:spPr>
          <a:xfrm>
            <a:off x="2567369" y="4838095"/>
            <a:ext cx="1704013" cy="438912"/>
          </a:xfrm>
          <a:prstGeom prst="rect">
            <a:avLst/>
          </a:prstGeom>
          <a:noFill/>
          <a:ln/>
        </p:spPr>
        <p:txBody>
          <a:bodyPr wrap="square" lIns="0" tIns="0" rIns="0" bIns="0" rtlCol="0" anchor="ctr">
            <a:normAutofit fontScale="850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D5D0"/>
                </a:solidFill>
                <a:effectLst/>
                <a:uLnTx/>
                <a:uFillTx/>
                <a:latin typeface="Ubuntu"/>
                <a:ea typeface="+mn-ea"/>
                <a:cs typeface="+mn-cs"/>
              </a:rPr>
              <a:t>26</a:t>
            </a:r>
            <a:r>
              <a:rPr kumimoji="0" lang="en-US" sz="1040" b="1" i="0" u="none" strike="noStrike" kern="1200" cap="none" spc="0" normalizeH="0" baseline="0" noProof="0" dirty="0">
                <a:ln>
                  <a:noFill/>
                </a:ln>
                <a:solidFill>
                  <a:srgbClr val="FFFFFF"/>
                </a:solidFill>
                <a:effectLst/>
                <a:uLnTx/>
                <a:uFillTx/>
                <a:latin typeface="Ubuntu"/>
                <a:ea typeface="+mn-ea"/>
                <a:cs typeface="+mn-cs"/>
              </a:rPr>
              <a:t> Contract Management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40" b="1" i="0" u="none" strike="noStrike" kern="1200" cap="none" spc="0" normalizeH="0" baseline="0" noProof="0" dirty="0">
              <a:ln>
                <a:noFill/>
              </a:ln>
              <a:solidFill>
                <a:srgbClr val="FFFFFF"/>
              </a:solidFill>
              <a:effectLst/>
              <a:uLnTx/>
              <a:uFillTx/>
              <a:latin typeface="Ubuntu"/>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D5D0"/>
                </a:solidFill>
                <a:effectLst/>
                <a:uLnTx/>
                <a:uFillTx/>
                <a:latin typeface="Ubuntu"/>
                <a:ea typeface="+mn-ea"/>
                <a:cs typeface="+mn-cs"/>
              </a:rPr>
              <a:t>2</a:t>
            </a:r>
            <a:r>
              <a:rPr kumimoji="0" lang="en-US" sz="1040" b="1" i="0" u="none" strike="noStrike" kern="1200" cap="none" spc="0" normalizeH="0" baseline="0" noProof="0" dirty="0">
                <a:ln>
                  <a:noFill/>
                </a:ln>
                <a:solidFill>
                  <a:srgbClr val="FFFFFF"/>
                </a:solidFill>
                <a:effectLst/>
                <a:uLnTx/>
                <a:uFillTx/>
                <a:latin typeface="Ubuntu"/>
                <a:ea typeface="+mn-ea"/>
                <a:cs typeface="+mn-cs"/>
              </a:rPr>
              <a:t> Corporate Related</a:t>
            </a:r>
            <a:endParaRPr kumimoji="0" lang="en-US" sz="1040" b="0" i="0" u="none" strike="noStrike" kern="1200" cap="none" spc="0" normalizeH="0" baseline="0" noProof="0" dirty="0">
              <a:ln>
                <a:noFill/>
              </a:ln>
              <a:solidFill>
                <a:srgbClr val="FFFFFF"/>
              </a:solidFill>
              <a:effectLst/>
              <a:uLnTx/>
              <a:uFillTx/>
              <a:latin typeface="Ubuntu"/>
              <a:ea typeface="+mn-ea"/>
              <a:cs typeface="+mn-cs"/>
            </a:endParaRPr>
          </a:p>
        </p:txBody>
      </p:sp>
      <p:sp>
        <p:nvSpPr>
          <p:cNvPr id="149" name="Shape 45">
            <a:extLst>
              <a:ext uri="{FF2B5EF4-FFF2-40B4-BE49-F238E27FC236}">
                <a16:creationId xmlns:a16="http://schemas.microsoft.com/office/drawing/2014/main" id="{89F12984-BC67-CC55-2597-4251A823AC21}"/>
              </a:ext>
            </a:extLst>
          </p:cNvPr>
          <p:cNvSpPr/>
          <p:nvPr/>
        </p:nvSpPr>
        <p:spPr>
          <a:xfrm>
            <a:off x="4625848" y="2672869"/>
            <a:ext cx="7132320" cy="3699413"/>
          </a:xfrm>
          <a:prstGeom prst="roundRect">
            <a:avLst>
              <a:gd name="adj" fmla="val 2010"/>
            </a:avLst>
          </a:prstGeom>
          <a:solidFill>
            <a:srgbClr val="383B4E"/>
          </a:solidFill>
          <a:ln w="10160">
            <a:noFill/>
            <a:prstDash val="solid"/>
          </a:ln>
          <a:effectLst>
            <a:outerShdw blurRad="12700" dist="6350" dir="2700000" algn="bl" rotWithShape="0">
              <a:srgbClr val="6B7C93">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Aptos"/>
              <a:ea typeface="+mn-ea"/>
              <a:cs typeface="+mn-cs"/>
            </a:endParaRPr>
          </a:p>
        </p:txBody>
      </p:sp>
      <p:sp>
        <p:nvSpPr>
          <p:cNvPr id="151" name="Text 46">
            <a:extLst>
              <a:ext uri="{FF2B5EF4-FFF2-40B4-BE49-F238E27FC236}">
                <a16:creationId xmlns:a16="http://schemas.microsoft.com/office/drawing/2014/main" id="{9BAA8B5C-5EC5-B25A-8EDD-DA57011BDBCD}"/>
              </a:ext>
            </a:extLst>
          </p:cNvPr>
          <p:cNvSpPr/>
          <p:nvPr/>
        </p:nvSpPr>
        <p:spPr>
          <a:xfrm>
            <a:off x="4891024" y="2852012"/>
            <a:ext cx="265176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100" normalizeH="0" baseline="0" noProof="0" dirty="0">
                <a:ln>
                  <a:noFill/>
                </a:ln>
                <a:solidFill>
                  <a:srgbClr val="FFFFFF"/>
                </a:solidFill>
                <a:effectLst/>
                <a:uLnTx/>
                <a:uFillTx/>
                <a:latin typeface="Ubuntu"/>
                <a:ea typeface="+mn-ea"/>
                <a:cs typeface="+mn-cs"/>
              </a:rPr>
              <a:t>APPLICATION LANDSCAPE</a:t>
            </a:r>
            <a:endParaRPr kumimoji="0" lang="en-US" sz="1000" b="0" i="0" u="none" strike="noStrike" kern="1200" cap="none" spc="0" normalizeH="0" baseline="0" noProof="0" dirty="0">
              <a:ln>
                <a:noFill/>
              </a:ln>
              <a:solidFill>
                <a:srgbClr val="FFFFFF"/>
              </a:solidFill>
              <a:effectLst/>
              <a:uLnTx/>
              <a:uFillTx/>
              <a:latin typeface="Ubuntu"/>
              <a:ea typeface="+mn-ea"/>
              <a:cs typeface="+mn-cs"/>
            </a:endParaRPr>
          </a:p>
        </p:txBody>
      </p:sp>
      <p:sp>
        <p:nvSpPr>
          <p:cNvPr id="153" name="Text 47">
            <a:extLst>
              <a:ext uri="{FF2B5EF4-FFF2-40B4-BE49-F238E27FC236}">
                <a16:creationId xmlns:a16="http://schemas.microsoft.com/office/drawing/2014/main" id="{E2E408D1-4352-6B2F-608F-F109A099AE14}"/>
              </a:ext>
            </a:extLst>
          </p:cNvPr>
          <p:cNvSpPr/>
          <p:nvPr/>
        </p:nvSpPr>
        <p:spPr>
          <a:xfrm>
            <a:off x="4891024" y="3157359"/>
            <a:ext cx="6446520" cy="448056"/>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Ubuntu"/>
                <a:ea typeface="+mn-ea"/>
                <a:cs typeface="+mn-cs"/>
              </a:rPr>
              <a:t>The estate is centered on LifeComm policy administration, supported by custom COBOL </a:t>
            </a:r>
            <a:r>
              <a:rPr lang="en-US" sz="1200" b="1" dirty="0">
                <a:solidFill>
                  <a:schemeClr val="bg1"/>
                </a:solidFill>
                <a:latin typeface="Ubuntu"/>
              </a:rPr>
              <a:t>applications</a:t>
            </a:r>
            <a:r>
              <a:rPr kumimoji="0" lang="en-US" sz="1200" b="1" i="0" u="none" strike="noStrike" kern="1200" cap="none" spc="0" normalizeH="0" baseline="0" noProof="0" dirty="0">
                <a:ln>
                  <a:noFill/>
                </a:ln>
                <a:solidFill>
                  <a:srgbClr val="FFFFFF"/>
                </a:solidFill>
                <a:effectLst/>
                <a:uLnTx/>
                <a:uFillTx/>
                <a:latin typeface="Ubuntu"/>
                <a:ea typeface="+mn-ea"/>
                <a:cs typeface="+mn-cs"/>
              </a:rPr>
              <a:t>, integration workloads and two RPG-based AS/400 apps.</a:t>
            </a:r>
            <a:endParaRPr kumimoji="0" lang="en-US" sz="1200" b="0" i="0" u="none" strike="noStrike" kern="1200" cap="none" spc="0" normalizeH="0" baseline="0" noProof="0" dirty="0">
              <a:ln>
                <a:noFill/>
              </a:ln>
              <a:solidFill>
                <a:srgbClr val="FFFFFF"/>
              </a:solidFill>
              <a:effectLst/>
              <a:uLnTx/>
              <a:uFillTx/>
              <a:latin typeface="Ubuntu"/>
              <a:ea typeface="+mn-ea"/>
              <a:cs typeface="+mn-cs"/>
            </a:endParaRPr>
          </a:p>
        </p:txBody>
      </p:sp>
      <p:sp>
        <p:nvSpPr>
          <p:cNvPr id="155" name="Shape 48">
            <a:extLst>
              <a:ext uri="{FF2B5EF4-FFF2-40B4-BE49-F238E27FC236}">
                <a16:creationId xmlns:a16="http://schemas.microsoft.com/office/drawing/2014/main" id="{94066558-84BC-C776-7F4D-059D9994087B}"/>
              </a:ext>
            </a:extLst>
          </p:cNvPr>
          <p:cNvSpPr/>
          <p:nvPr/>
        </p:nvSpPr>
        <p:spPr>
          <a:xfrm>
            <a:off x="4891024" y="3835774"/>
            <a:ext cx="1512254" cy="1939384"/>
          </a:xfrm>
          <a:prstGeom prst="roundRect">
            <a:avLst>
              <a:gd name="adj" fmla="val 3125"/>
            </a:avLst>
          </a:prstGeom>
          <a:noFill/>
          <a:ln w="13970">
            <a:solidFill>
              <a:srgbClr val="00B0F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Ubuntu"/>
              <a:ea typeface="+mn-ea"/>
              <a:cs typeface="+mn-cs"/>
            </a:endParaRPr>
          </a:p>
        </p:txBody>
      </p:sp>
      <p:sp>
        <p:nvSpPr>
          <p:cNvPr id="159" name="Text 50">
            <a:extLst>
              <a:ext uri="{FF2B5EF4-FFF2-40B4-BE49-F238E27FC236}">
                <a16:creationId xmlns:a16="http://schemas.microsoft.com/office/drawing/2014/main" id="{1C42B93D-B45A-5390-04EC-A91FD0C31B80}"/>
              </a:ext>
            </a:extLst>
          </p:cNvPr>
          <p:cNvSpPr/>
          <p:nvPr/>
        </p:nvSpPr>
        <p:spPr>
          <a:xfrm>
            <a:off x="5019040" y="3919825"/>
            <a:ext cx="1737360" cy="228600"/>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err="1">
                <a:ln>
                  <a:noFill/>
                </a:ln>
                <a:solidFill>
                  <a:srgbClr val="FFFFFF"/>
                </a:solidFill>
                <a:effectLst/>
                <a:uLnTx/>
                <a:uFillTx/>
                <a:latin typeface="Ubuntu"/>
                <a:ea typeface="+mn-ea"/>
                <a:cs typeface="+mn-cs"/>
              </a:rPr>
              <a:t>Lifecomm</a:t>
            </a:r>
            <a:r>
              <a:rPr kumimoji="0" lang="en-US" sz="900" b="1" i="0" u="none" strike="noStrike" kern="1200" cap="none" spc="0" normalizeH="0" baseline="0" noProof="0" dirty="0">
                <a:ln>
                  <a:noFill/>
                </a:ln>
                <a:solidFill>
                  <a:srgbClr val="FFFFFF"/>
                </a:solidFill>
                <a:effectLst/>
                <a:uLnTx/>
                <a:uFillTx/>
                <a:latin typeface="Ubuntu"/>
                <a:ea typeface="+mn-ea"/>
                <a:cs typeface="+mn-cs"/>
              </a:rPr>
              <a:t> Core</a:t>
            </a:r>
            <a:endParaRPr kumimoji="0" lang="en-US" sz="900" b="0" i="0" u="none" strike="noStrike" kern="1200" cap="none" spc="0" normalizeH="0" baseline="0" noProof="0" dirty="0">
              <a:ln>
                <a:noFill/>
              </a:ln>
              <a:solidFill>
                <a:srgbClr val="FFFFFF"/>
              </a:solidFill>
              <a:effectLst/>
              <a:uLnTx/>
              <a:uFillTx/>
              <a:latin typeface="Ubuntu"/>
              <a:ea typeface="+mn-ea"/>
              <a:cs typeface="+mn-cs"/>
            </a:endParaRPr>
          </a:p>
        </p:txBody>
      </p:sp>
      <p:sp>
        <p:nvSpPr>
          <p:cNvPr id="161" name="Text 51">
            <a:extLst>
              <a:ext uri="{FF2B5EF4-FFF2-40B4-BE49-F238E27FC236}">
                <a16:creationId xmlns:a16="http://schemas.microsoft.com/office/drawing/2014/main" id="{B8A0D7DC-0040-67FB-1669-CC4D5AA37DD4}"/>
              </a:ext>
            </a:extLst>
          </p:cNvPr>
          <p:cNvSpPr/>
          <p:nvPr/>
        </p:nvSpPr>
        <p:spPr>
          <a:xfrm>
            <a:off x="5019040" y="4269677"/>
            <a:ext cx="1737360" cy="28346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chemeClr val="accent4"/>
                </a:solidFill>
                <a:effectLst/>
                <a:uLnTx/>
                <a:uFillTx/>
                <a:latin typeface="Ubuntu"/>
                <a:ea typeface="+mn-ea"/>
                <a:cs typeface="+mn-cs"/>
              </a:rPr>
              <a:t>10 apps</a:t>
            </a:r>
            <a:endParaRPr kumimoji="0" lang="en-US" b="0" i="0" u="none" strike="noStrike" kern="1200" cap="none" spc="0" normalizeH="0" baseline="0" noProof="0" dirty="0">
              <a:ln>
                <a:noFill/>
              </a:ln>
              <a:solidFill>
                <a:schemeClr val="accent4"/>
              </a:solidFill>
              <a:effectLst/>
              <a:uLnTx/>
              <a:uFillTx/>
              <a:latin typeface="Ubuntu"/>
              <a:ea typeface="+mn-ea"/>
              <a:cs typeface="+mn-cs"/>
            </a:endParaRPr>
          </a:p>
        </p:txBody>
      </p:sp>
      <p:sp>
        <p:nvSpPr>
          <p:cNvPr id="163" name="Text 52">
            <a:extLst>
              <a:ext uri="{FF2B5EF4-FFF2-40B4-BE49-F238E27FC236}">
                <a16:creationId xmlns:a16="http://schemas.microsoft.com/office/drawing/2014/main" id="{9D204BAB-6B67-F1F1-50B7-AEB0FFDBF2CA}"/>
              </a:ext>
            </a:extLst>
          </p:cNvPr>
          <p:cNvSpPr/>
          <p:nvPr/>
        </p:nvSpPr>
        <p:spPr>
          <a:xfrm>
            <a:off x="5019040" y="4748557"/>
            <a:ext cx="1324166" cy="649224"/>
          </a:xfrm>
          <a:prstGeom prst="rect">
            <a:avLst/>
          </a:prstGeom>
          <a:noFill/>
          <a:ln/>
        </p:spPr>
        <p:txBody>
          <a:bodyPr wrap="square" lIns="0" tIns="0" rIns="0" bIns="0" rtlCol="0" anchor="t">
            <a:normAutofit fontScale="92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80" b="0" i="0" u="none" strike="noStrike" kern="1200" cap="none" spc="0" normalizeH="0" baseline="0" noProof="0" dirty="0">
                <a:ln>
                  <a:noFill/>
                </a:ln>
                <a:solidFill>
                  <a:srgbClr val="FFFFFF"/>
                </a:solidFill>
                <a:effectLst/>
                <a:uLnTx/>
                <a:uFillTx/>
                <a:latin typeface="Ubuntu"/>
                <a:ea typeface="+mn-ea"/>
                <a:cs typeface="+mn-cs"/>
              </a:rPr>
              <a:t>POSPMC, Billing, Collection, Corresponding, UWI, Performance, Payment, GL/SC, Valuation and Agent/Agency Compensation</a:t>
            </a:r>
          </a:p>
        </p:txBody>
      </p:sp>
      <p:sp>
        <p:nvSpPr>
          <p:cNvPr id="165" name="Shape 53">
            <a:extLst>
              <a:ext uri="{FF2B5EF4-FFF2-40B4-BE49-F238E27FC236}">
                <a16:creationId xmlns:a16="http://schemas.microsoft.com/office/drawing/2014/main" id="{E5C3D3FA-7E88-D896-B13A-026880649441}"/>
              </a:ext>
            </a:extLst>
          </p:cNvPr>
          <p:cNvSpPr/>
          <p:nvPr/>
        </p:nvSpPr>
        <p:spPr>
          <a:xfrm>
            <a:off x="6547501" y="3835774"/>
            <a:ext cx="1343311" cy="1939384"/>
          </a:xfrm>
          <a:prstGeom prst="roundRect">
            <a:avLst>
              <a:gd name="adj" fmla="val 3125"/>
            </a:avLst>
          </a:prstGeom>
          <a:noFill/>
          <a:ln w="13970">
            <a:solidFill>
              <a:schemeClr val="accent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Ubuntu"/>
              <a:ea typeface="+mn-ea"/>
              <a:cs typeface="+mn-cs"/>
            </a:endParaRPr>
          </a:p>
        </p:txBody>
      </p:sp>
      <p:sp>
        <p:nvSpPr>
          <p:cNvPr id="169" name="Text 55">
            <a:extLst>
              <a:ext uri="{FF2B5EF4-FFF2-40B4-BE49-F238E27FC236}">
                <a16:creationId xmlns:a16="http://schemas.microsoft.com/office/drawing/2014/main" id="{144F3AF4-48F7-BB4B-4DC0-F969AD70644F}"/>
              </a:ext>
            </a:extLst>
          </p:cNvPr>
          <p:cNvSpPr/>
          <p:nvPr/>
        </p:nvSpPr>
        <p:spPr>
          <a:xfrm>
            <a:off x="6629266" y="3929651"/>
            <a:ext cx="1737360" cy="228600"/>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FFFFF"/>
                </a:solidFill>
                <a:effectLst/>
                <a:uLnTx/>
                <a:uFillTx/>
                <a:latin typeface="Ubuntu"/>
                <a:ea typeface="+mn-ea"/>
                <a:cs typeface="+mn-cs"/>
              </a:rPr>
              <a:t>Custom COBOL apps</a:t>
            </a:r>
            <a:endParaRPr kumimoji="0" lang="en-US" sz="900" b="0" i="0" u="none" strike="noStrike" kern="1200" cap="none" spc="0" normalizeH="0" baseline="0" noProof="0" dirty="0">
              <a:ln>
                <a:noFill/>
              </a:ln>
              <a:solidFill>
                <a:srgbClr val="FFFFFF"/>
              </a:solidFill>
              <a:effectLst/>
              <a:uLnTx/>
              <a:uFillTx/>
              <a:latin typeface="Ubuntu"/>
              <a:ea typeface="+mn-ea"/>
              <a:cs typeface="+mn-cs"/>
            </a:endParaRPr>
          </a:p>
        </p:txBody>
      </p:sp>
      <p:sp>
        <p:nvSpPr>
          <p:cNvPr id="171" name="Text 56">
            <a:extLst>
              <a:ext uri="{FF2B5EF4-FFF2-40B4-BE49-F238E27FC236}">
                <a16:creationId xmlns:a16="http://schemas.microsoft.com/office/drawing/2014/main" id="{2980D5C5-EE7E-BF8B-16C0-043203414455}"/>
              </a:ext>
            </a:extLst>
          </p:cNvPr>
          <p:cNvSpPr/>
          <p:nvPr/>
        </p:nvSpPr>
        <p:spPr>
          <a:xfrm>
            <a:off x="6629266" y="4269677"/>
            <a:ext cx="1208058" cy="28346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chemeClr val="accent4"/>
                </a:solidFill>
                <a:effectLst/>
                <a:uLnTx/>
                <a:uFillTx/>
                <a:latin typeface="Ubuntu"/>
                <a:ea typeface="+mn-ea"/>
                <a:cs typeface="+mn-cs"/>
              </a:rPr>
              <a:t>12 apps</a:t>
            </a:r>
            <a:endParaRPr kumimoji="0" lang="en-US" b="0" i="0" u="none" strike="noStrike" kern="1200" cap="none" spc="0" normalizeH="0" baseline="0" noProof="0" dirty="0">
              <a:ln>
                <a:noFill/>
              </a:ln>
              <a:solidFill>
                <a:schemeClr val="accent4"/>
              </a:solidFill>
              <a:effectLst/>
              <a:uLnTx/>
              <a:uFillTx/>
              <a:latin typeface="Ubuntu"/>
              <a:ea typeface="+mn-ea"/>
              <a:cs typeface="+mn-cs"/>
            </a:endParaRPr>
          </a:p>
        </p:txBody>
      </p:sp>
      <p:sp>
        <p:nvSpPr>
          <p:cNvPr id="173" name="Text 57">
            <a:extLst>
              <a:ext uri="{FF2B5EF4-FFF2-40B4-BE49-F238E27FC236}">
                <a16:creationId xmlns:a16="http://schemas.microsoft.com/office/drawing/2014/main" id="{DD5237D8-68F5-0858-8C02-7589C3E36A2A}"/>
              </a:ext>
            </a:extLst>
          </p:cNvPr>
          <p:cNvSpPr/>
          <p:nvPr/>
        </p:nvSpPr>
        <p:spPr>
          <a:xfrm>
            <a:off x="6629266" y="4724513"/>
            <a:ext cx="1176853" cy="649224"/>
          </a:xfrm>
          <a:prstGeom prst="rect">
            <a:avLst/>
          </a:prstGeom>
          <a:noFill/>
          <a:ln/>
        </p:spPr>
        <p:txBody>
          <a:bodyPr wrap="square" lIns="0" tIns="0" rIns="0" bIns="0" rtlCol="0" anchor="t">
            <a:normAutofit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80" b="0" i="0" u="none" strike="noStrike" kern="1200" cap="none" spc="0" normalizeH="0" baseline="0" noProof="0" dirty="0">
                <a:ln>
                  <a:noFill/>
                </a:ln>
                <a:solidFill>
                  <a:srgbClr val="FFFFFF"/>
                </a:solidFill>
                <a:effectLst/>
                <a:uLnTx/>
                <a:uFillTx/>
                <a:latin typeface="Ubuntu"/>
                <a:ea typeface="+mn-ea"/>
                <a:cs typeface="+mn-cs"/>
              </a:rPr>
              <a:t>In-house policy, maturity, reinsurance, salary, tax, data-history and other supporting functions</a:t>
            </a:r>
          </a:p>
        </p:txBody>
      </p:sp>
      <p:sp>
        <p:nvSpPr>
          <p:cNvPr id="175" name="Shape 58">
            <a:extLst>
              <a:ext uri="{FF2B5EF4-FFF2-40B4-BE49-F238E27FC236}">
                <a16:creationId xmlns:a16="http://schemas.microsoft.com/office/drawing/2014/main" id="{846B50C3-8092-571D-D517-6AA50760982B}"/>
              </a:ext>
            </a:extLst>
          </p:cNvPr>
          <p:cNvSpPr/>
          <p:nvPr/>
        </p:nvSpPr>
        <p:spPr>
          <a:xfrm>
            <a:off x="8035035" y="3835774"/>
            <a:ext cx="1078992" cy="1939384"/>
          </a:xfrm>
          <a:prstGeom prst="roundRect">
            <a:avLst>
              <a:gd name="adj" fmla="val 5085"/>
            </a:avLst>
          </a:prstGeom>
          <a:noFill/>
          <a:ln w="13970">
            <a:solidFill>
              <a:srgbClr val="00B0F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Ubuntu"/>
              <a:ea typeface="+mn-ea"/>
              <a:cs typeface="+mn-cs"/>
            </a:endParaRPr>
          </a:p>
        </p:txBody>
      </p:sp>
      <p:sp>
        <p:nvSpPr>
          <p:cNvPr id="179" name="Text 60">
            <a:extLst>
              <a:ext uri="{FF2B5EF4-FFF2-40B4-BE49-F238E27FC236}">
                <a16:creationId xmlns:a16="http://schemas.microsoft.com/office/drawing/2014/main" id="{E78BFDCD-2EA3-503F-C021-31E7898C557D}"/>
              </a:ext>
            </a:extLst>
          </p:cNvPr>
          <p:cNvSpPr/>
          <p:nvPr/>
        </p:nvSpPr>
        <p:spPr>
          <a:xfrm>
            <a:off x="8109943" y="3929651"/>
            <a:ext cx="822960" cy="228600"/>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FFFFF"/>
                </a:solidFill>
                <a:effectLst/>
                <a:uLnTx/>
                <a:uFillTx/>
                <a:latin typeface="Ubuntu"/>
                <a:ea typeface="+mn-ea"/>
                <a:cs typeface="+mn-cs"/>
              </a:rPr>
              <a:t>Packages</a:t>
            </a:r>
            <a:endParaRPr kumimoji="0" lang="en-US" sz="900" b="0" i="0" u="none" strike="noStrike" kern="1200" cap="none" spc="0" normalizeH="0" baseline="0" noProof="0" dirty="0">
              <a:ln>
                <a:noFill/>
              </a:ln>
              <a:solidFill>
                <a:srgbClr val="FFFFFF"/>
              </a:solidFill>
              <a:effectLst/>
              <a:uLnTx/>
              <a:uFillTx/>
              <a:latin typeface="Ubuntu"/>
              <a:ea typeface="+mn-ea"/>
              <a:cs typeface="+mn-cs"/>
            </a:endParaRPr>
          </a:p>
        </p:txBody>
      </p:sp>
      <p:sp>
        <p:nvSpPr>
          <p:cNvPr id="181" name="Text 61">
            <a:extLst>
              <a:ext uri="{FF2B5EF4-FFF2-40B4-BE49-F238E27FC236}">
                <a16:creationId xmlns:a16="http://schemas.microsoft.com/office/drawing/2014/main" id="{E706FF83-6F42-8C1B-1F17-D9968AD83D34}"/>
              </a:ext>
            </a:extLst>
          </p:cNvPr>
          <p:cNvSpPr/>
          <p:nvPr/>
        </p:nvSpPr>
        <p:spPr>
          <a:xfrm>
            <a:off x="8122484" y="4278587"/>
            <a:ext cx="822960" cy="28346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chemeClr val="accent4"/>
                </a:solidFill>
                <a:effectLst/>
                <a:uLnTx/>
                <a:uFillTx/>
                <a:latin typeface="Ubuntu"/>
                <a:ea typeface="+mn-ea"/>
                <a:cs typeface="+mn-cs"/>
              </a:rPr>
              <a:t>2 apps</a:t>
            </a:r>
            <a:endParaRPr kumimoji="0" lang="en-US" b="0" i="0" u="none" strike="noStrike" kern="1200" cap="none" spc="0" normalizeH="0" baseline="0" noProof="0" dirty="0">
              <a:ln>
                <a:noFill/>
              </a:ln>
              <a:solidFill>
                <a:schemeClr val="accent4"/>
              </a:solidFill>
              <a:effectLst/>
              <a:uLnTx/>
              <a:uFillTx/>
              <a:latin typeface="Ubuntu"/>
              <a:ea typeface="+mn-ea"/>
              <a:cs typeface="+mn-cs"/>
            </a:endParaRPr>
          </a:p>
        </p:txBody>
      </p:sp>
      <p:sp>
        <p:nvSpPr>
          <p:cNvPr id="183" name="Text 62">
            <a:extLst>
              <a:ext uri="{FF2B5EF4-FFF2-40B4-BE49-F238E27FC236}">
                <a16:creationId xmlns:a16="http://schemas.microsoft.com/office/drawing/2014/main" id="{CAB669DB-58B3-1C21-D9F0-FDD38D87EDB4}"/>
              </a:ext>
            </a:extLst>
          </p:cNvPr>
          <p:cNvSpPr/>
          <p:nvPr/>
        </p:nvSpPr>
        <p:spPr>
          <a:xfrm>
            <a:off x="8121069" y="4732939"/>
            <a:ext cx="939472" cy="649224"/>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dirty="0">
                <a:ln>
                  <a:noFill/>
                </a:ln>
                <a:solidFill>
                  <a:srgbClr val="FFFFFF"/>
                </a:solidFill>
                <a:effectLst/>
                <a:uLnTx/>
                <a:uFillTx/>
                <a:latin typeface="Ubuntu"/>
                <a:ea typeface="+mn-ea"/>
                <a:cs typeface="+mn-cs"/>
              </a:rPr>
              <a:t>Processor-I and Client Contract Administration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400" dirty="0">
                <a:solidFill>
                  <a:srgbClr val="FFFFFF"/>
                </a:solidFill>
                <a:latin typeface="Ubuntu"/>
              </a:rPr>
              <a:t>(based on different package from </a:t>
            </a:r>
            <a:r>
              <a:rPr lang="en-US" sz="400" dirty="0" err="1">
                <a:solidFill>
                  <a:srgbClr val="FFFFFF"/>
                </a:solidFill>
                <a:latin typeface="Ubuntu"/>
              </a:rPr>
              <a:t>LifeComm</a:t>
            </a:r>
            <a:r>
              <a:rPr lang="en-US" sz="400" dirty="0">
                <a:solidFill>
                  <a:srgbClr val="FFFFFF"/>
                </a:solidFill>
                <a:latin typeface="Ubuntu"/>
              </a:rPr>
              <a:t>)</a:t>
            </a:r>
            <a:endParaRPr kumimoji="0" lang="en-US" sz="400" b="0" i="0" u="none" strike="noStrike" kern="1200" cap="none" spc="0" normalizeH="0" baseline="0" noProof="0" dirty="0">
              <a:ln>
                <a:noFill/>
              </a:ln>
              <a:solidFill>
                <a:srgbClr val="FFFFFF"/>
              </a:solidFill>
              <a:effectLst/>
              <a:uLnTx/>
              <a:uFillTx/>
              <a:latin typeface="Ubuntu"/>
              <a:ea typeface="+mn-ea"/>
              <a:cs typeface="+mn-cs"/>
            </a:endParaRPr>
          </a:p>
        </p:txBody>
      </p:sp>
      <p:sp>
        <p:nvSpPr>
          <p:cNvPr id="185" name="Shape 63">
            <a:extLst>
              <a:ext uri="{FF2B5EF4-FFF2-40B4-BE49-F238E27FC236}">
                <a16:creationId xmlns:a16="http://schemas.microsoft.com/office/drawing/2014/main" id="{1F0FC5F7-6409-B093-37A7-32F116030077}"/>
              </a:ext>
            </a:extLst>
          </p:cNvPr>
          <p:cNvSpPr/>
          <p:nvPr/>
        </p:nvSpPr>
        <p:spPr>
          <a:xfrm>
            <a:off x="9258250" y="3835774"/>
            <a:ext cx="1078992" cy="1939384"/>
          </a:xfrm>
          <a:prstGeom prst="roundRect">
            <a:avLst>
              <a:gd name="adj" fmla="val 5085"/>
            </a:avLst>
          </a:prstGeom>
          <a:noFill/>
          <a:ln w="13970">
            <a:solidFill>
              <a:srgbClr val="00B0F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Ubuntu"/>
              <a:ea typeface="+mn-ea"/>
              <a:cs typeface="+mn-cs"/>
            </a:endParaRPr>
          </a:p>
        </p:txBody>
      </p:sp>
      <p:sp>
        <p:nvSpPr>
          <p:cNvPr id="189" name="Text 65">
            <a:extLst>
              <a:ext uri="{FF2B5EF4-FFF2-40B4-BE49-F238E27FC236}">
                <a16:creationId xmlns:a16="http://schemas.microsoft.com/office/drawing/2014/main" id="{3BAA37D0-D66D-FD58-9D90-09F59385643C}"/>
              </a:ext>
            </a:extLst>
          </p:cNvPr>
          <p:cNvSpPr/>
          <p:nvPr/>
        </p:nvSpPr>
        <p:spPr>
          <a:xfrm>
            <a:off x="9380728" y="3919825"/>
            <a:ext cx="822960" cy="228600"/>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FFFFF"/>
                </a:solidFill>
                <a:effectLst/>
                <a:uLnTx/>
                <a:uFillTx/>
                <a:latin typeface="Ubuntu"/>
                <a:ea typeface="+mn-ea"/>
                <a:cs typeface="+mn-cs"/>
              </a:rPr>
              <a:t>AS/400</a:t>
            </a:r>
            <a:endParaRPr kumimoji="0" lang="en-US" sz="900" b="0" i="0" u="none" strike="noStrike" kern="1200" cap="none" spc="0" normalizeH="0" baseline="0" noProof="0" dirty="0">
              <a:ln>
                <a:noFill/>
              </a:ln>
              <a:solidFill>
                <a:srgbClr val="FFFFFF"/>
              </a:solidFill>
              <a:effectLst/>
              <a:uLnTx/>
              <a:uFillTx/>
              <a:latin typeface="Ubuntu"/>
              <a:ea typeface="+mn-ea"/>
              <a:cs typeface="+mn-cs"/>
            </a:endParaRPr>
          </a:p>
        </p:txBody>
      </p:sp>
      <p:sp>
        <p:nvSpPr>
          <p:cNvPr id="191" name="Text 66">
            <a:extLst>
              <a:ext uri="{FF2B5EF4-FFF2-40B4-BE49-F238E27FC236}">
                <a16:creationId xmlns:a16="http://schemas.microsoft.com/office/drawing/2014/main" id="{04587746-8133-5D35-F45D-6811491DA0A8}"/>
              </a:ext>
            </a:extLst>
          </p:cNvPr>
          <p:cNvSpPr/>
          <p:nvPr/>
        </p:nvSpPr>
        <p:spPr>
          <a:xfrm>
            <a:off x="9380728" y="4278587"/>
            <a:ext cx="822960" cy="28346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chemeClr val="accent4"/>
                </a:solidFill>
                <a:effectLst/>
                <a:uLnTx/>
                <a:uFillTx/>
                <a:latin typeface="Ubuntu"/>
                <a:ea typeface="+mn-ea"/>
                <a:cs typeface="+mn-cs"/>
              </a:rPr>
              <a:t>2 apps</a:t>
            </a:r>
            <a:endParaRPr kumimoji="0" lang="en-US" b="0" i="0" u="none" strike="noStrike" kern="1200" cap="none" spc="0" normalizeH="0" baseline="0" noProof="0" dirty="0">
              <a:ln>
                <a:noFill/>
              </a:ln>
              <a:solidFill>
                <a:schemeClr val="accent4"/>
              </a:solidFill>
              <a:effectLst/>
              <a:uLnTx/>
              <a:uFillTx/>
              <a:latin typeface="Ubuntu"/>
              <a:ea typeface="+mn-ea"/>
              <a:cs typeface="+mn-cs"/>
            </a:endParaRPr>
          </a:p>
        </p:txBody>
      </p:sp>
      <p:sp>
        <p:nvSpPr>
          <p:cNvPr id="193" name="Text 67">
            <a:extLst>
              <a:ext uri="{FF2B5EF4-FFF2-40B4-BE49-F238E27FC236}">
                <a16:creationId xmlns:a16="http://schemas.microsoft.com/office/drawing/2014/main" id="{D8192F31-D3AF-810A-7234-5874A5090B9A}"/>
              </a:ext>
            </a:extLst>
          </p:cNvPr>
          <p:cNvSpPr/>
          <p:nvPr/>
        </p:nvSpPr>
        <p:spPr>
          <a:xfrm>
            <a:off x="9327417" y="4732939"/>
            <a:ext cx="822960" cy="649224"/>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dirty="0">
                <a:ln>
                  <a:noFill/>
                </a:ln>
                <a:solidFill>
                  <a:srgbClr val="FFFFFF"/>
                </a:solidFill>
                <a:effectLst/>
                <a:uLnTx/>
                <a:uFillTx/>
                <a:latin typeface="Ubuntu"/>
                <a:ea typeface="+mn-ea"/>
                <a:cs typeface="+mn-cs"/>
              </a:rPr>
              <a:t>Mass Marketing and TOGAS</a:t>
            </a:r>
          </a:p>
        </p:txBody>
      </p:sp>
      <p:sp>
        <p:nvSpPr>
          <p:cNvPr id="4" name="TextBox 3">
            <a:extLst>
              <a:ext uri="{FF2B5EF4-FFF2-40B4-BE49-F238E27FC236}">
                <a16:creationId xmlns:a16="http://schemas.microsoft.com/office/drawing/2014/main" id="{FFF9307D-74D7-8AB7-D2A0-98979445D6D8}"/>
              </a:ext>
            </a:extLst>
          </p:cNvPr>
          <p:cNvSpPr txBox="1"/>
          <p:nvPr/>
        </p:nvSpPr>
        <p:spPr>
          <a:xfrm>
            <a:off x="12743848" y="1439447"/>
            <a:ext cx="1414914" cy="1602619"/>
          </a:xfrm>
          <a:prstGeom prst="rect">
            <a:avLst/>
          </a:prstGeom>
          <a:noFill/>
        </p:spPr>
        <p:txBody>
          <a:bodyPr vert="horz" wrap="square" lIns="90000" tIns="46800" rIns="90000" bIns="46800" rtlCol="0" anchor="ctr">
            <a:spAutoFit/>
          </a:bodyPr>
          <a:lstStyle/>
          <a:p>
            <a:pPr algn="l">
              <a:spcBef>
                <a:spcPct val="0"/>
              </a:spcBef>
            </a:pPr>
            <a:r>
              <a:rPr lang="en-IN" sz="1400" dirty="0"/>
              <a:t>Key problem statements:</a:t>
            </a:r>
          </a:p>
          <a:p>
            <a:pPr algn="l">
              <a:spcBef>
                <a:spcPct val="0"/>
              </a:spcBef>
            </a:pPr>
            <a:r>
              <a:rPr lang="en-IN" sz="1400" dirty="0"/>
              <a:t>Skill scarcity</a:t>
            </a:r>
          </a:p>
          <a:p>
            <a:pPr algn="l">
              <a:spcBef>
                <a:spcPct val="0"/>
              </a:spcBef>
            </a:pPr>
            <a:r>
              <a:rPr lang="en-IN" sz="1400" dirty="0"/>
              <a:t>High change volume in </a:t>
            </a:r>
            <a:r>
              <a:rPr lang="en-IN" sz="1400" dirty="0" err="1"/>
              <a:t>cobol</a:t>
            </a:r>
            <a:endParaRPr lang="en-IN" sz="1400" dirty="0"/>
          </a:p>
          <a:p>
            <a:pPr algn="l">
              <a:spcBef>
                <a:spcPct val="0"/>
              </a:spcBef>
            </a:pPr>
            <a:endParaRPr lang="en-IN" sz="1400" dirty="0" err="1"/>
          </a:p>
        </p:txBody>
      </p:sp>
      <p:graphicFrame>
        <p:nvGraphicFramePr>
          <p:cNvPr id="6" name="Chart 0">
            <a:extLst>
              <a:ext uri="{FF2B5EF4-FFF2-40B4-BE49-F238E27FC236}">
                <a16:creationId xmlns:a16="http://schemas.microsoft.com/office/drawing/2014/main" id="{C57ADBC4-5080-C1E3-99D8-0B75E60FCD40}"/>
              </a:ext>
            </a:extLst>
          </p:cNvPr>
          <p:cNvGraphicFramePr/>
          <p:nvPr>
            <p:extLst>
              <p:ext uri="{D42A27DB-BD31-4B8C-83A1-F6EECF244321}">
                <p14:modId xmlns:p14="http://schemas.microsoft.com/office/powerpoint/2010/main" val="3055970457"/>
              </p:ext>
            </p:extLst>
          </p:nvPr>
        </p:nvGraphicFramePr>
        <p:xfrm>
          <a:off x="506684" y="3249033"/>
          <a:ext cx="1627632" cy="1627632"/>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 30">
            <a:extLst>
              <a:ext uri="{FF2B5EF4-FFF2-40B4-BE49-F238E27FC236}">
                <a16:creationId xmlns:a16="http://schemas.microsoft.com/office/drawing/2014/main" id="{78A95CAE-1405-6D7D-BFD1-BC4D4BCD7811}"/>
              </a:ext>
            </a:extLst>
          </p:cNvPr>
          <p:cNvSpPr/>
          <p:nvPr/>
        </p:nvSpPr>
        <p:spPr>
          <a:xfrm>
            <a:off x="625208" y="4955552"/>
            <a:ext cx="1481328" cy="438912"/>
          </a:xfrm>
          <a:prstGeom prst="rect">
            <a:avLst/>
          </a:prstGeom>
          <a:noFill/>
          <a:ln/>
        </p:spPr>
        <p:txBody>
          <a:bodyPr wrap="square" lIns="0" tIns="0" rIns="0" bIns="0" rtlCol="0" anchor="ctr">
            <a:normAutofit lnSpcReduction="100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40" b="1" i="0" u="none" strike="noStrike" kern="1200" cap="none" spc="0" normalizeH="0" baseline="0" noProof="0">
                <a:ln>
                  <a:noFill/>
                </a:ln>
                <a:solidFill>
                  <a:schemeClr val="bg1"/>
                </a:solidFill>
                <a:effectLst/>
                <a:uLnTx/>
                <a:uFillTx/>
                <a:ea typeface="+mn-ea"/>
                <a:cs typeface="+mn-cs"/>
              </a:rPr>
              <a:t>79% of the 28-app estate is marked critical</a:t>
            </a:r>
            <a:endParaRPr kumimoji="0" lang="en-US" sz="1040" b="0" i="0" u="none" strike="noStrike" kern="1200" cap="none" spc="0" normalizeH="0" baseline="0" noProof="0">
              <a:ln>
                <a:noFill/>
              </a:ln>
              <a:solidFill>
                <a:schemeClr val="bg1"/>
              </a:solidFill>
              <a:effectLst/>
              <a:uLnTx/>
              <a:uFillTx/>
              <a:ea typeface="+mn-ea"/>
              <a:cs typeface="+mn-cs"/>
            </a:endParaRPr>
          </a:p>
        </p:txBody>
      </p:sp>
      <p:sp>
        <p:nvSpPr>
          <p:cNvPr id="10" name="Text 28">
            <a:extLst>
              <a:ext uri="{FF2B5EF4-FFF2-40B4-BE49-F238E27FC236}">
                <a16:creationId xmlns:a16="http://schemas.microsoft.com/office/drawing/2014/main" id="{7C80C8B3-F34B-3255-CE9E-752372A619C6}"/>
              </a:ext>
            </a:extLst>
          </p:cNvPr>
          <p:cNvSpPr/>
          <p:nvPr/>
        </p:nvSpPr>
        <p:spPr>
          <a:xfrm>
            <a:off x="936452" y="3797673"/>
            <a:ext cx="777240" cy="34747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500" b="1" i="0" u="none" strike="noStrike" kern="1200" cap="none" spc="0" normalizeH="0" baseline="0" noProof="0" dirty="0">
                <a:ln>
                  <a:noFill/>
                </a:ln>
                <a:solidFill>
                  <a:schemeClr val="bg1"/>
                </a:solidFill>
                <a:effectLst/>
                <a:uLnTx/>
                <a:uFillTx/>
                <a:ea typeface="+mn-ea"/>
                <a:cs typeface="+mn-cs"/>
              </a:rPr>
              <a:t>22</a:t>
            </a:r>
            <a:endParaRPr kumimoji="0" lang="en-US" sz="2500" b="0" i="0" u="none" strike="noStrike" kern="1200" cap="none" spc="0" normalizeH="0" baseline="0" noProof="0" dirty="0">
              <a:ln>
                <a:noFill/>
              </a:ln>
              <a:solidFill>
                <a:schemeClr val="bg1"/>
              </a:solidFill>
              <a:effectLst/>
              <a:uLnTx/>
              <a:uFillTx/>
              <a:ea typeface="+mn-ea"/>
              <a:cs typeface="+mn-cs"/>
            </a:endParaRPr>
          </a:p>
        </p:txBody>
      </p:sp>
      <p:sp>
        <p:nvSpPr>
          <p:cNvPr id="12" name="Text 29">
            <a:extLst>
              <a:ext uri="{FF2B5EF4-FFF2-40B4-BE49-F238E27FC236}">
                <a16:creationId xmlns:a16="http://schemas.microsoft.com/office/drawing/2014/main" id="{A662B8DE-ED8F-DD86-1894-98BBD14BFA69}"/>
              </a:ext>
            </a:extLst>
          </p:cNvPr>
          <p:cNvSpPr/>
          <p:nvPr/>
        </p:nvSpPr>
        <p:spPr>
          <a:xfrm>
            <a:off x="918164" y="4154289"/>
            <a:ext cx="822960" cy="16459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a:ln>
                  <a:noFill/>
                </a:ln>
                <a:solidFill>
                  <a:schemeClr val="bg1"/>
                </a:solidFill>
                <a:effectLst/>
                <a:uLnTx/>
                <a:uFillTx/>
                <a:ea typeface="+mn-ea"/>
                <a:cs typeface="+mn-cs"/>
              </a:rPr>
              <a:t>CRITICAL</a:t>
            </a:r>
            <a:endParaRPr kumimoji="0" lang="en-US" sz="850" b="0" i="0" u="none" strike="noStrike" kern="1200" cap="none" spc="0" normalizeH="0" baseline="0" noProof="0">
              <a:ln>
                <a:noFill/>
              </a:ln>
              <a:solidFill>
                <a:schemeClr val="bg1"/>
              </a:solidFill>
              <a:effectLst/>
              <a:uLnTx/>
              <a:uFillTx/>
              <a:ea typeface="+mn-ea"/>
              <a:cs typeface="+mn-cs"/>
            </a:endParaRPr>
          </a:p>
        </p:txBody>
      </p:sp>
      <p:sp>
        <p:nvSpPr>
          <p:cNvPr id="14" name="Text 21">
            <a:extLst>
              <a:ext uri="{FF2B5EF4-FFF2-40B4-BE49-F238E27FC236}">
                <a16:creationId xmlns:a16="http://schemas.microsoft.com/office/drawing/2014/main" id="{45D1C30E-0691-AEB5-CE72-D3BFD8AB12F1}"/>
              </a:ext>
            </a:extLst>
          </p:cNvPr>
          <p:cNvSpPr/>
          <p:nvPr/>
        </p:nvSpPr>
        <p:spPr>
          <a:xfrm>
            <a:off x="10256053" y="1337966"/>
            <a:ext cx="1435608" cy="398074"/>
          </a:xfrm>
          <a:prstGeom prst="rect">
            <a:avLst/>
          </a:prstGeom>
          <a:noFill/>
          <a:ln>
            <a:noFill/>
          </a:ln>
        </p:spPr>
        <p:txBody>
          <a:bodyPr wrap="square"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Ubuntu Medium"/>
                <a:ea typeface="+mn-ea"/>
                <a:cs typeface="+mn-cs"/>
              </a:rPr>
              <a:t>Heavy COBOL usage across </a:t>
            </a:r>
            <a:r>
              <a:rPr kumimoji="0" lang="en-US" sz="1100" b="0" i="0" u="none" strike="noStrike" kern="1200" cap="none" spc="0" normalizeH="0" baseline="0" noProof="0" dirty="0" err="1">
                <a:ln>
                  <a:noFill/>
                </a:ln>
                <a:solidFill>
                  <a:srgbClr val="FFFFFF"/>
                </a:solidFill>
                <a:effectLst/>
                <a:uLnTx/>
                <a:uFillTx/>
                <a:latin typeface="Ubuntu Medium"/>
                <a:ea typeface="+mn-ea"/>
                <a:cs typeface="+mn-cs"/>
              </a:rPr>
              <a:t>LifeComm</a:t>
            </a:r>
            <a:r>
              <a:rPr kumimoji="0" lang="en-US" sz="1100" b="0" i="0" u="none" strike="noStrike" kern="1200" cap="none" spc="0" normalizeH="0" baseline="0" noProof="0" dirty="0">
                <a:ln>
                  <a:noFill/>
                </a:ln>
                <a:solidFill>
                  <a:srgbClr val="FFFFFF"/>
                </a:solidFill>
                <a:effectLst/>
                <a:uLnTx/>
                <a:uFillTx/>
                <a:latin typeface="Ubuntu Medium"/>
                <a:ea typeface="+mn-ea"/>
                <a:cs typeface="+mn-cs"/>
              </a:rPr>
              <a:t> and other mainframe apps</a:t>
            </a:r>
          </a:p>
        </p:txBody>
      </p:sp>
      <p:sp>
        <p:nvSpPr>
          <p:cNvPr id="19" name="Shape 63">
            <a:extLst>
              <a:ext uri="{FF2B5EF4-FFF2-40B4-BE49-F238E27FC236}">
                <a16:creationId xmlns:a16="http://schemas.microsoft.com/office/drawing/2014/main" id="{AE9FAFA2-6715-1721-68B4-5198F56CAB7E}"/>
              </a:ext>
            </a:extLst>
          </p:cNvPr>
          <p:cNvSpPr/>
          <p:nvPr/>
        </p:nvSpPr>
        <p:spPr>
          <a:xfrm>
            <a:off x="10481467" y="3835774"/>
            <a:ext cx="1078992" cy="1939384"/>
          </a:xfrm>
          <a:prstGeom prst="roundRect">
            <a:avLst>
              <a:gd name="adj" fmla="val 5085"/>
            </a:avLst>
          </a:prstGeom>
          <a:noFill/>
          <a:ln w="13970">
            <a:solidFill>
              <a:srgbClr val="00B0F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Ubuntu"/>
              <a:ea typeface="+mn-ea"/>
              <a:cs typeface="+mn-cs"/>
            </a:endParaRPr>
          </a:p>
        </p:txBody>
      </p:sp>
      <p:sp>
        <p:nvSpPr>
          <p:cNvPr id="22" name="Text 65">
            <a:extLst>
              <a:ext uri="{FF2B5EF4-FFF2-40B4-BE49-F238E27FC236}">
                <a16:creationId xmlns:a16="http://schemas.microsoft.com/office/drawing/2014/main" id="{76B9C6ED-14F1-BF45-70FE-5C7BD3B76D5E}"/>
              </a:ext>
            </a:extLst>
          </p:cNvPr>
          <p:cNvSpPr/>
          <p:nvPr/>
        </p:nvSpPr>
        <p:spPr>
          <a:xfrm>
            <a:off x="10586380" y="3919824"/>
            <a:ext cx="974079" cy="352407"/>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FFFFF"/>
                </a:solidFill>
                <a:effectLst/>
                <a:uLnTx/>
                <a:uFillTx/>
                <a:latin typeface="Ubuntu"/>
                <a:ea typeface="+mn-ea"/>
                <a:cs typeface="+mn-cs"/>
              </a:rPr>
              <a:t>Integration with downstream apps</a:t>
            </a:r>
            <a:endParaRPr kumimoji="0" lang="en-US" sz="900" b="0" i="0" u="none" strike="noStrike" kern="1200" cap="none" spc="0" normalizeH="0" baseline="0" noProof="0" dirty="0">
              <a:ln>
                <a:noFill/>
              </a:ln>
              <a:solidFill>
                <a:srgbClr val="FFFFFF"/>
              </a:solidFill>
              <a:effectLst/>
              <a:uLnTx/>
              <a:uFillTx/>
              <a:latin typeface="Ubuntu"/>
              <a:ea typeface="+mn-ea"/>
              <a:cs typeface="+mn-cs"/>
            </a:endParaRPr>
          </a:p>
        </p:txBody>
      </p:sp>
      <p:sp>
        <p:nvSpPr>
          <p:cNvPr id="24" name="Text 66">
            <a:extLst>
              <a:ext uri="{FF2B5EF4-FFF2-40B4-BE49-F238E27FC236}">
                <a16:creationId xmlns:a16="http://schemas.microsoft.com/office/drawing/2014/main" id="{5ACED34D-9354-F019-03E2-860692AF6155}"/>
              </a:ext>
            </a:extLst>
          </p:cNvPr>
          <p:cNvSpPr/>
          <p:nvPr/>
        </p:nvSpPr>
        <p:spPr>
          <a:xfrm>
            <a:off x="10562377" y="4285669"/>
            <a:ext cx="822960" cy="28346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chemeClr val="accent4"/>
                </a:solidFill>
                <a:effectLst/>
                <a:uLnTx/>
                <a:uFillTx/>
                <a:latin typeface="Ubuntu"/>
                <a:ea typeface="+mn-ea"/>
                <a:cs typeface="+mn-cs"/>
              </a:rPr>
              <a:t>2 apps</a:t>
            </a:r>
            <a:endParaRPr kumimoji="0" lang="en-US" b="0" i="0" u="none" strike="noStrike" kern="1200" cap="none" spc="0" normalizeH="0" baseline="0" noProof="0" dirty="0">
              <a:ln>
                <a:noFill/>
              </a:ln>
              <a:solidFill>
                <a:schemeClr val="accent4"/>
              </a:solidFill>
              <a:effectLst/>
              <a:uLnTx/>
              <a:uFillTx/>
              <a:latin typeface="Ubuntu"/>
              <a:ea typeface="+mn-ea"/>
              <a:cs typeface="+mn-cs"/>
            </a:endParaRPr>
          </a:p>
        </p:txBody>
      </p:sp>
      <p:sp>
        <p:nvSpPr>
          <p:cNvPr id="26" name="Text 67">
            <a:extLst>
              <a:ext uri="{FF2B5EF4-FFF2-40B4-BE49-F238E27FC236}">
                <a16:creationId xmlns:a16="http://schemas.microsoft.com/office/drawing/2014/main" id="{991F27B2-B283-F4BD-F0F9-086AC0F918B7}"/>
              </a:ext>
            </a:extLst>
          </p:cNvPr>
          <p:cNvSpPr/>
          <p:nvPr/>
        </p:nvSpPr>
        <p:spPr>
          <a:xfrm>
            <a:off x="10586380" y="4709437"/>
            <a:ext cx="822960" cy="649224"/>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dirty="0">
                <a:ln>
                  <a:noFill/>
                </a:ln>
                <a:solidFill>
                  <a:srgbClr val="FFFFFF"/>
                </a:solidFill>
                <a:effectLst/>
                <a:uLnTx/>
                <a:uFillTx/>
                <a:latin typeface="Ubuntu"/>
                <a:ea typeface="+mn-ea"/>
                <a:cs typeface="+mn-cs"/>
              </a:rPr>
              <a:t>ASP Bridge (HOST) and Data Send System for BANC</a:t>
            </a:r>
          </a:p>
        </p:txBody>
      </p:sp>
      <p:sp>
        <p:nvSpPr>
          <p:cNvPr id="29" name="Text 47">
            <a:extLst>
              <a:ext uri="{FF2B5EF4-FFF2-40B4-BE49-F238E27FC236}">
                <a16:creationId xmlns:a16="http://schemas.microsoft.com/office/drawing/2014/main" id="{FC46F444-83B0-CE22-1267-003988E21EFD}"/>
              </a:ext>
            </a:extLst>
          </p:cNvPr>
          <p:cNvSpPr/>
          <p:nvPr/>
        </p:nvSpPr>
        <p:spPr>
          <a:xfrm>
            <a:off x="4899224" y="5775158"/>
            <a:ext cx="6446520" cy="448056"/>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i="1" u="none" strike="noStrike" kern="1200" cap="none" spc="0" normalizeH="0" baseline="0" noProof="0" dirty="0">
                <a:ln>
                  <a:noFill/>
                </a:ln>
                <a:solidFill>
                  <a:srgbClr val="FFFFFF"/>
                </a:solidFill>
                <a:effectLst/>
                <a:uLnTx/>
                <a:uFillTx/>
                <a:latin typeface="Ubuntu"/>
                <a:ea typeface="+mn-ea"/>
                <a:cs typeface="+mn-cs"/>
              </a:rPr>
              <a:t>All apps have no cloud indicator.</a:t>
            </a:r>
          </a:p>
        </p:txBody>
      </p:sp>
    </p:spTree>
    <p:extLst>
      <p:ext uri="{BB962C8B-B14F-4D97-AF65-F5344CB8AC3E}">
        <p14:creationId xmlns:p14="http://schemas.microsoft.com/office/powerpoint/2010/main" val="28657329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942326-8549-79FD-CE3E-08B635B6EF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6E856B-F669-6AA2-18C1-72A6AB1C7DFA}"/>
              </a:ext>
            </a:extLst>
          </p:cNvPr>
          <p:cNvSpPr>
            <a:spLocks noGrp="1"/>
          </p:cNvSpPr>
          <p:nvPr>
            <p:ph type="title"/>
          </p:nvPr>
        </p:nvSpPr>
        <p:spPr>
          <a:xfrm>
            <a:off x="531277" y="314492"/>
            <a:ext cx="11008413" cy="792163"/>
          </a:xfrm>
        </p:spPr>
        <p:txBody>
          <a:bodyPr/>
          <a:lstStyle/>
          <a:p>
            <a:r>
              <a:rPr lang="en-US" dirty="0"/>
              <a:t>A progressive path to legacy (Mainframe, AS400) renewal</a:t>
            </a:r>
          </a:p>
        </p:txBody>
      </p:sp>
      <p:sp>
        <p:nvSpPr>
          <p:cNvPr id="4" name="Shape 6">
            <a:extLst>
              <a:ext uri="{FF2B5EF4-FFF2-40B4-BE49-F238E27FC236}">
                <a16:creationId xmlns:a16="http://schemas.microsoft.com/office/drawing/2014/main" id="{541D60CF-2621-4A1B-799B-2485033468DA}"/>
              </a:ext>
            </a:extLst>
          </p:cNvPr>
          <p:cNvSpPr/>
          <p:nvPr/>
        </p:nvSpPr>
        <p:spPr>
          <a:xfrm>
            <a:off x="526980" y="2102115"/>
            <a:ext cx="2633472" cy="3626935"/>
          </a:xfrm>
          <a:prstGeom prst="roundRect">
            <a:avLst>
              <a:gd name="adj" fmla="val 3472"/>
            </a:avLst>
          </a:prstGeom>
          <a:solidFill>
            <a:srgbClr val="071A35">
              <a:alpha val="91000"/>
            </a:srgbClr>
          </a:solidFill>
          <a:ln w="12700">
            <a:solidFill>
              <a:srgbClr val="8ACBE2">
                <a:alpha val="42000"/>
              </a:srgbClr>
            </a:solidFill>
            <a:prstDash val="solid"/>
          </a:ln>
          <a:effectLst>
            <a:outerShdw blurRad="25400" dist="13970" dir="2700000" algn="bl" rotWithShape="0">
              <a:srgbClr val="000000">
                <a:alpha val="24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12" name="Text 10">
            <a:extLst>
              <a:ext uri="{FF2B5EF4-FFF2-40B4-BE49-F238E27FC236}">
                <a16:creationId xmlns:a16="http://schemas.microsoft.com/office/drawing/2014/main" id="{08FABE30-3C0B-A60A-1036-1DF96CEA1B53}"/>
              </a:ext>
            </a:extLst>
          </p:cNvPr>
          <p:cNvSpPr/>
          <p:nvPr/>
        </p:nvSpPr>
        <p:spPr>
          <a:xfrm>
            <a:off x="709860" y="2332493"/>
            <a:ext cx="2304288" cy="6766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Ubuntu" panose="020B0504030602030204" pitchFamily="34" charset="0"/>
                <a:ea typeface="Aptos Display" pitchFamily="34" charset="-122"/>
                <a:cs typeface="Aptos Display" pitchFamily="34" charset="-120"/>
              </a:rPr>
              <a:t>Assess &amp;</a:t>
            </a:r>
            <a:endParaRPr kumimoji="0" lang="en-US" sz="1600" b="0" i="0" u="none" strike="noStrike" kern="1200" cap="none" spc="0" normalizeH="0" baseline="0" noProof="0" dirty="0">
              <a:ln>
                <a:noFill/>
              </a:ln>
              <a:solidFill>
                <a:prstClr val="black"/>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Ubuntu" panose="020B0504030602030204" pitchFamily="34" charset="0"/>
                <a:ea typeface="Aptos Display" pitchFamily="34" charset="-122"/>
                <a:cs typeface="Aptos Display" pitchFamily="34" charset="-120"/>
              </a:rPr>
              <a:t>Reverse Engineer</a:t>
            </a:r>
            <a:endParaRPr kumimoji="0" lang="en-US" sz="1600" b="0" i="0" u="none" strike="noStrike" kern="1200" cap="none" spc="0" normalizeH="0" baseline="0" noProof="0" dirty="0">
              <a:ln>
                <a:noFill/>
              </a:ln>
              <a:solidFill>
                <a:prstClr val="black"/>
              </a:solidFill>
              <a:effectLst/>
              <a:uLnTx/>
              <a:uFillTx/>
              <a:latin typeface="Ubuntu" panose="020B0504030602030204" pitchFamily="34" charset="0"/>
              <a:ea typeface="+mn-ea"/>
              <a:cs typeface="+mn-cs"/>
            </a:endParaRPr>
          </a:p>
        </p:txBody>
      </p:sp>
      <p:sp>
        <p:nvSpPr>
          <p:cNvPr id="14" name="Text 11">
            <a:extLst>
              <a:ext uri="{FF2B5EF4-FFF2-40B4-BE49-F238E27FC236}">
                <a16:creationId xmlns:a16="http://schemas.microsoft.com/office/drawing/2014/main" id="{28CE7400-83DA-34F8-D458-4614EABBAB60}"/>
              </a:ext>
            </a:extLst>
          </p:cNvPr>
          <p:cNvSpPr/>
          <p:nvPr/>
        </p:nvSpPr>
        <p:spPr>
          <a:xfrm>
            <a:off x="706896" y="3172196"/>
            <a:ext cx="2304288" cy="676656"/>
          </a:xfrm>
          <a:prstGeom prst="rect">
            <a:avLst/>
          </a:prstGeom>
          <a:noFill/>
          <a:ln/>
        </p:spPr>
        <p:txBody>
          <a:bodyPr wrap="square" lIns="254" tIns="254" rIns="254" bIns="254"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C9D8E8"/>
                </a:solidFill>
                <a:effectLst/>
                <a:uLnTx/>
                <a:uFillTx/>
                <a:latin typeface="Ubuntu" panose="020B0504030602030204" pitchFamily="34" charset="0"/>
                <a:ea typeface="Aptos" pitchFamily="34" charset="-122"/>
                <a:cs typeface="Aptos" pitchFamily="34" charset="-120"/>
              </a:rPr>
              <a:t>Build fact-based transparency and define the right treatment for each application archetype.</a:t>
            </a:r>
            <a:endParaRPr kumimoji="0" lang="en-US" sz="1000" b="0" i="0" u="none" strike="noStrike" kern="1200" cap="none" spc="0" normalizeH="0" baseline="0" noProof="0" dirty="0">
              <a:ln>
                <a:noFill/>
              </a:ln>
              <a:solidFill>
                <a:prstClr val="black"/>
              </a:solidFill>
              <a:effectLst/>
              <a:uLnTx/>
              <a:uFillTx/>
              <a:latin typeface="Ubuntu" panose="020B0504030602030204" pitchFamily="34" charset="0"/>
              <a:ea typeface="+mn-ea"/>
              <a:cs typeface="+mn-cs"/>
            </a:endParaRPr>
          </a:p>
        </p:txBody>
      </p:sp>
      <p:sp>
        <p:nvSpPr>
          <p:cNvPr id="19" name="Shape 12">
            <a:extLst>
              <a:ext uri="{FF2B5EF4-FFF2-40B4-BE49-F238E27FC236}">
                <a16:creationId xmlns:a16="http://schemas.microsoft.com/office/drawing/2014/main" id="{D7E19293-713D-1569-6028-347931B663C8}"/>
              </a:ext>
            </a:extLst>
          </p:cNvPr>
          <p:cNvSpPr/>
          <p:nvPr/>
        </p:nvSpPr>
        <p:spPr>
          <a:xfrm>
            <a:off x="706896" y="3711692"/>
            <a:ext cx="2304288" cy="1"/>
          </a:xfrm>
          <a:prstGeom prst="line">
            <a:avLst/>
          </a:prstGeom>
          <a:noFill/>
          <a:ln w="12700">
            <a:solidFill>
              <a:srgbClr val="85A8C3">
                <a:alpha val="35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22" name="Shape 13">
            <a:extLst>
              <a:ext uri="{FF2B5EF4-FFF2-40B4-BE49-F238E27FC236}">
                <a16:creationId xmlns:a16="http://schemas.microsoft.com/office/drawing/2014/main" id="{3613747E-8F62-8007-B23E-2D190ABC34FD}"/>
              </a:ext>
            </a:extLst>
          </p:cNvPr>
          <p:cNvSpPr/>
          <p:nvPr/>
        </p:nvSpPr>
        <p:spPr>
          <a:xfrm>
            <a:off x="725184" y="3837425"/>
            <a:ext cx="73152" cy="73152"/>
          </a:xfrm>
          <a:prstGeom prst="ellipse">
            <a:avLst/>
          </a:prstGeom>
          <a:solidFill>
            <a:srgbClr val="20C4D9"/>
          </a:solidFill>
          <a:ln w="12700">
            <a:solidFill>
              <a:srgbClr val="20C4D9">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24" name="Text 14">
            <a:extLst>
              <a:ext uri="{FF2B5EF4-FFF2-40B4-BE49-F238E27FC236}">
                <a16:creationId xmlns:a16="http://schemas.microsoft.com/office/drawing/2014/main" id="{F4F4EC9D-CB31-1963-F87E-B7A02764F32B}"/>
              </a:ext>
            </a:extLst>
          </p:cNvPr>
          <p:cNvSpPr/>
          <p:nvPr/>
        </p:nvSpPr>
        <p:spPr>
          <a:xfrm>
            <a:off x="880632" y="3736841"/>
            <a:ext cx="2112264" cy="283464"/>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E6F0F7"/>
                </a:solidFill>
                <a:effectLst/>
                <a:uLnTx/>
                <a:uFillTx/>
                <a:latin typeface="Ubuntu" panose="020B0504030602030204" pitchFamily="34" charset="0"/>
                <a:ea typeface="Aptos" pitchFamily="34" charset="-122"/>
                <a:cs typeface="Aptos" pitchFamily="34" charset="-120"/>
              </a:rPr>
              <a:t>Portfolio and code assessment</a:t>
            </a:r>
            <a:endParaRPr kumimoji="0" lang="en-US" sz="900" b="0" i="0" u="none" strike="noStrike" kern="1200" cap="none" spc="0" normalizeH="0" baseline="0" noProof="0" dirty="0">
              <a:ln>
                <a:noFill/>
              </a:ln>
              <a:solidFill>
                <a:prstClr val="black"/>
              </a:solidFill>
              <a:effectLst/>
              <a:uLnTx/>
              <a:uFillTx/>
              <a:latin typeface="Ubuntu" panose="020B0504030602030204" pitchFamily="34" charset="0"/>
              <a:ea typeface="+mn-ea"/>
              <a:cs typeface="+mn-cs"/>
            </a:endParaRPr>
          </a:p>
        </p:txBody>
      </p:sp>
      <p:sp>
        <p:nvSpPr>
          <p:cNvPr id="27" name="Shape 15">
            <a:extLst>
              <a:ext uri="{FF2B5EF4-FFF2-40B4-BE49-F238E27FC236}">
                <a16:creationId xmlns:a16="http://schemas.microsoft.com/office/drawing/2014/main" id="{E0ABED0F-C0A9-4966-1795-FE0C96F61DA9}"/>
              </a:ext>
            </a:extLst>
          </p:cNvPr>
          <p:cNvSpPr/>
          <p:nvPr/>
        </p:nvSpPr>
        <p:spPr>
          <a:xfrm>
            <a:off x="725184" y="4004045"/>
            <a:ext cx="73152" cy="73152"/>
          </a:xfrm>
          <a:prstGeom prst="ellipse">
            <a:avLst/>
          </a:prstGeom>
          <a:solidFill>
            <a:srgbClr val="20C4D9"/>
          </a:solidFill>
          <a:ln w="12700">
            <a:solidFill>
              <a:srgbClr val="20C4D9">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30" name="Text 16">
            <a:extLst>
              <a:ext uri="{FF2B5EF4-FFF2-40B4-BE49-F238E27FC236}">
                <a16:creationId xmlns:a16="http://schemas.microsoft.com/office/drawing/2014/main" id="{09069915-46B3-001B-99E2-4E5CB1968BFB}"/>
              </a:ext>
            </a:extLst>
          </p:cNvPr>
          <p:cNvSpPr/>
          <p:nvPr/>
        </p:nvSpPr>
        <p:spPr>
          <a:xfrm>
            <a:off x="880632" y="3903461"/>
            <a:ext cx="2112264" cy="283464"/>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E6F0F7"/>
                </a:solidFill>
                <a:effectLst/>
                <a:uLnTx/>
                <a:uFillTx/>
                <a:latin typeface="Ubuntu" panose="020B0504030602030204" pitchFamily="34" charset="0"/>
                <a:ea typeface="Aptos" pitchFamily="34" charset="-122"/>
                <a:cs typeface="Aptos" pitchFamily="34" charset="-120"/>
              </a:rPr>
              <a:t>Business rules and dependencies</a:t>
            </a:r>
            <a:endParaRPr kumimoji="0" lang="en-US" sz="900" b="0" i="0" u="none" strike="noStrike" kern="1200" cap="none" spc="0" normalizeH="0" baseline="0" noProof="0" dirty="0">
              <a:ln>
                <a:noFill/>
              </a:ln>
              <a:solidFill>
                <a:prstClr val="black"/>
              </a:solidFill>
              <a:effectLst/>
              <a:uLnTx/>
              <a:uFillTx/>
              <a:latin typeface="Ubuntu" panose="020B0504030602030204" pitchFamily="34" charset="0"/>
              <a:ea typeface="+mn-ea"/>
              <a:cs typeface="+mn-cs"/>
            </a:endParaRPr>
          </a:p>
        </p:txBody>
      </p:sp>
      <p:sp>
        <p:nvSpPr>
          <p:cNvPr id="32" name="Shape 17">
            <a:extLst>
              <a:ext uri="{FF2B5EF4-FFF2-40B4-BE49-F238E27FC236}">
                <a16:creationId xmlns:a16="http://schemas.microsoft.com/office/drawing/2014/main" id="{FFF471B1-4882-4190-AE80-9528A02467C5}"/>
              </a:ext>
            </a:extLst>
          </p:cNvPr>
          <p:cNvSpPr/>
          <p:nvPr/>
        </p:nvSpPr>
        <p:spPr>
          <a:xfrm>
            <a:off x="725184" y="4162203"/>
            <a:ext cx="73152" cy="73152"/>
          </a:xfrm>
          <a:prstGeom prst="ellipse">
            <a:avLst/>
          </a:prstGeom>
          <a:solidFill>
            <a:srgbClr val="20C4D9"/>
          </a:solidFill>
          <a:ln w="12700">
            <a:solidFill>
              <a:srgbClr val="20C4D9">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34" name="Text 18">
            <a:extLst>
              <a:ext uri="{FF2B5EF4-FFF2-40B4-BE49-F238E27FC236}">
                <a16:creationId xmlns:a16="http://schemas.microsoft.com/office/drawing/2014/main" id="{A01E4EBD-3808-91E7-2877-5BD4AC75B33E}"/>
              </a:ext>
            </a:extLst>
          </p:cNvPr>
          <p:cNvSpPr/>
          <p:nvPr/>
        </p:nvSpPr>
        <p:spPr>
          <a:xfrm>
            <a:off x="880632" y="4061619"/>
            <a:ext cx="2112264" cy="283464"/>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E6F0F7"/>
                </a:solidFill>
                <a:effectLst/>
                <a:uLnTx/>
                <a:uFillTx/>
                <a:latin typeface="Ubuntu" panose="020B0504030602030204" pitchFamily="34" charset="0"/>
                <a:ea typeface="Aptos" pitchFamily="34" charset="-122"/>
                <a:cs typeface="Aptos" pitchFamily="34" charset="-120"/>
              </a:rPr>
              <a:t>Technical debt and knowledge baseline</a:t>
            </a:r>
            <a:endParaRPr kumimoji="0" lang="en-US" sz="900" b="0" i="0" u="none" strike="noStrike" kern="1200" cap="none" spc="0" normalizeH="0" baseline="0" noProof="0" dirty="0">
              <a:ln>
                <a:noFill/>
              </a:ln>
              <a:solidFill>
                <a:prstClr val="black"/>
              </a:solidFill>
              <a:effectLst/>
              <a:uLnTx/>
              <a:uFillTx/>
              <a:latin typeface="Ubuntu" panose="020B0504030602030204" pitchFamily="34" charset="0"/>
              <a:ea typeface="+mn-ea"/>
              <a:cs typeface="+mn-cs"/>
            </a:endParaRPr>
          </a:p>
        </p:txBody>
      </p:sp>
      <p:sp>
        <p:nvSpPr>
          <p:cNvPr id="37" name="Shape 19">
            <a:extLst>
              <a:ext uri="{FF2B5EF4-FFF2-40B4-BE49-F238E27FC236}">
                <a16:creationId xmlns:a16="http://schemas.microsoft.com/office/drawing/2014/main" id="{3D27407C-4B7D-AF16-40C0-3AA122E577D7}"/>
              </a:ext>
            </a:extLst>
          </p:cNvPr>
          <p:cNvSpPr/>
          <p:nvPr/>
        </p:nvSpPr>
        <p:spPr>
          <a:xfrm>
            <a:off x="691572" y="5293146"/>
            <a:ext cx="2304288" cy="265176"/>
          </a:xfrm>
          <a:prstGeom prst="roundRect">
            <a:avLst>
              <a:gd name="adj" fmla="val 13793"/>
            </a:avLst>
          </a:prstGeom>
          <a:solidFill>
            <a:srgbClr val="20C4D9">
              <a:alpha val="18000"/>
            </a:srgbClr>
          </a:solidFill>
          <a:ln w="12700">
            <a:solidFill>
              <a:srgbClr val="20C4D9">
                <a:alpha val="0"/>
              </a:srgbClr>
            </a:solidFill>
            <a:prstDash val="solid"/>
          </a:ln>
        </p:spPr>
        <p:txBody>
          <a:bodyPr anchor="ctr"/>
          <a:lstStyle/>
          <a:p>
            <a:pPr lvl="0">
              <a:defRPr/>
            </a:pPr>
            <a:r>
              <a:rPr lang="en-US" sz="600" b="1" kern="0" spc="25" dirty="0">
                <a:solidFill>
                  <a:srgbClr val="BFF7FF"/>
                </a:solidFill>
                <a:latin typeface="Ubuntu" panose="020B0504030602030204" pitchFamily="34" charset="0"/>
                <a:ea typeface="Aptos" pitchFamily="34" charset="-122"/>
                <a:cs typeface="Aptos" pitchFamily="34" charset="-120"/>
              </a:rPr>
              <a:t>Improved developer productivity, Roadmap for each application</a:t>
            </a:r>
            <a:endParaRPr lang="en-US" sz="600" dirty="0">
              <a:solidFill>
                <a:prstClr val="black"/>
              </a:solidFill>
              <a:latin typeface="Ubuntu" panose="020B0504030602030204" pitchFamily="34" charset="0"/>
            </a:endParaRPr>
          </a:p>
        </p:txBody>
      </p:sp>
      <p:sp>
        <p:nvSpPr>
          <p:cNvPr id="41" name="Shape 21">
            <a:extLst>
              <a:ext uri="{FF2B5EF4-FFF2-40B4-BE49-F238E27FC236}">
                <a16:creationId xmlns:a16="http://schemas.microsoft.com/office/drawing/2014/main" id="{E215A6C5-6F0E-358D-C49A-9B41287D3036}"/>
              </a:ext>
            </a:extLst>
          </p:cNvPr>
          <p:cNvSpPr/>
          <p:nvPr/>
        </p:nvSpPr>
        <p:spPr>
          <a:xfrm>
            <a:off x="3370764" y="2102115"/>
            <a:ext cx="2633472" cy="3626935"/>
          </a:xfrm>
          <a:prstGeom prst="roundRect">
            <a:avLst>
              <a:gd name="adj" fmla="val 3472"/>
            </a:avLst>
          </a:prstGeom>
          <a:solidFill>
            <a:srgbClr val="071A35">
              <a:alpha val="91000"/>
            </a:srgbClr>
          </a:solidFill>
          <a:ln w="12700">
            <a:solidFill>
              <a:srgbClr val="8ACBE2">
                <a:alpha val="42000"/>
              </a:srgbClr>
            </a:solidFill>
            <a:prstDash val="solid"/>
          </a:ln>
          <a:effectLst>
            <a:outerShdw blurRad="25400" dist="13970" dir="2700000" algn="bl" rotWithShape="0">
              <a:srgbClr val="000000">
                <a:alpha val="24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51" name="Text 25">
            <a:extLst>
              <a:ext uri="{FF2B5EF4-FFF2-40B4-BE49-F238E27FC236}">
                <a16:creationId xmlns:a16="http://schemas.microsoft.com/office/drawing/2014/main" id="{B1E63703-6739-A062-F36F-5EA9653AAE37}"/>
              </a:ext>
            </a:extLst>
          </p:cNvPr>
          <p:cNvSpPr/>
          <p:nvPr/>
        </p:nvSpPr>
        <p:spPr>
          <a:xfrm>
            <a:off x="3553644" y="2332493"/>
            <a:ext cx="2304288" cy="6766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Ubuntu" panose="020B0504030602030204" pitchFamily="34" charset="0"/>
                <a:ea typeface="Aptos Display" pitchFamily="34" charset="-122"/>
                <a:cs typeface="Aptos Display" pitchFamily="34" charset="-120"/>
              </a:rPr>
              <a:t>In-Place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Ubuntu" panose="020B0504030602030204" pitchFamily="34" charset="0"/>
                <a:ea typeface="Aptos Display" pitchFamily="34" charset="-122"/>
                <a:cs typeface="Aptos Display" pitchFamily="34" charset="-120"/>
              </a:rPr>
              <a:t>Optimization</a:t>
            </a:r>
            <a:endParaRPr kumimoji="0" lang="en-US" sz="1600" b="0" i="0" u="none" strike="noStrike" kern="1200" cap="none" spc="0" normalizeH="0" baseline="0" noProof="0" dirty="0">
              <a:ln>
                <a:noFill/>
              </a:ln>
              <a:solidFill>
                <a:prstClr val="black"/>
              </a:solidFill>
              <a:effectLst/>
              <a:uLnTx/>
              <a:uFillTx/>
              <a:latin typeface="Ubuntu" panose="020B0504030602030204" pitchFamily="34" charset="0"/>
              <a:ea typeface="+mn-ea"/>
              <a:cs typeface="+mn-cs"/>
            </a:endParaRPr>
          </a:p>
        </p:txBody>
      </p:sp>
      <p:sp>
        <p:nvSpPr>
          <p:cNvPr id="53" name="Text 26">
            <a:extLst>
              <a:ext uri="{FF2B5EF4-FFF2-40B4-BE49-F238E27FC236}">
                <a16:creationId xmlns:a16="http://schemas.microsoft.com/office/drawing/2014/main" id="{CA4A8F7D-3C52-4DD4-0D93-94CCBC073F30}"/>
              </a:ext>
            </a:extLst>
          </p:cNvPr>
          <p:cNvSpPr/>
          <p:nvPr/>
        </p:nvSpPr>
        <p:spPr>
          <a:xfrm>
            <a:off x="3550680" y="3172196"/>
            <a:ext cx="2304288" cy="676656"/>
          </a:xfrm>
          <a:prstGeom prst="rect">
            <a:avLst/>
          </a:prstGeom>
          <a:noFill/>
          <a:ln/>
        </p:spPr>
        <p:txBody>
          <a:bodyPr wrap="square" lIns="254" tIns="254" rIns="254" bIns="254"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solidFill>
                  <a:srgbClr val="C9D8E8"/>
                </a:solidFill>
                <a:latin typeface="Ubuntu" panose="020B0504030602030204" pitchFamily="34" charset="0"/>
                <a:ea typeface="Aptos" pitchFamily="34" charset="-122"/>
                <a:cs typeface="Aptos" pitchFamily="34" charset="-120"/>
              </a:rPr>
              <a:t>Introduce AI in SDLC, make the system </a:t>
            </a:r>
            <a:r>
              <a:rPr kumimoji="0" lang="en-US" sz="1000" b="0" i="0" u="none" strike="noStrike" kern="1200" cap="none" spc="0" normalizeH="0" baseline="0" noProof="0" dirty="0">
                <a:ln>
                  <a:noFill/>
                </a:ln>
                <a:solidFill>
                  <a:srgbClr val="C9D8E8"/>
                </a:solidFill>
                <a:effectLst/>
                <a:uLnTx/>
                <a:uFillTx/>
                <a:latin typeface="Ubuntu" panose="020B0504030602030204" pitchFamily="34" charset="0"/>
                <a:ea typeface="Aptos" pitchFamily="34" charset="-122"/>
                <a:cs typeface="Aptos" pitchFamily="34" charset="-120"/>
              </a:rPr>
              <a:t>stable and easier to maintain without changing the platform.</a:t>
            </a:r>
            <a:endParaRPr kumimoji="0" lang="en-US" sz="1000" b="0" i="0" u="none" strike="noStrike" kern="1200" cap="none" spc="0" normalizeH="0" baseline="0" noProof="0" dirty="0">
              <a:ln>
                <a:noFill/>
              </a:ln>
              <a:solidFill>
                <a:prstClr val="black"/>
              </a:solidFill>
              <a:effectLst/>
              <a:uLnTx/>
              <a:uFillTx/>
              <a:latin typeface="Ubuntu" panose="020B0504030602030204" pitchFamily="34" charset="0"/>
              <a:ea typeface="+mn-ea"/>
              <a:cs typeface="+mn-cs"/>
            </a:endParaRPr>
          </a:p>
        </p:txBody>
      </p:sp>
      <p:sp>
        <p:nvSpPr>
          <p:cNvPr id="56" name="Shape 27">
            <a:extLst>
              <a:ext uri="{FF2B5EF4-FFF2-40B4-BE49-F238E27FC236}">
                <a16:creationId xmlns:a16="http://schemas.microsoft.com/office/drawing/2014/main" id="{BD75A955-2A56-B6C5-AB44-FD7AF0454D7D}"/>
              </a:ext>
            </a:extLst>
          </p:cNvPr>
          <p:cNvSpPr/>
          <p:nvPr/>
        </p:nvSpPr>
        <p:spPr>
          <a:xfrm>
            <a:off x="3550680" y="3711692"/>
            <a:ext cx="2304288" cy="1"/>
          </a:xfrm>
          <a:prstGeom prst="line">
            <a:avLst/>
          </a:prstGeom>
          <a:noFill/>
          <a:ln w="12700">
            <a:solidFill>
              <a:srgbClr val="85A8C3">
                <a:alpha val="35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59" name="Shape 28">
            <a:extLst>
              <a:ext uri="{FF2B5EF4-FFF2-40B4-BE49-F238E27FC236}">
                <a16:creationId xmlns:a16="http://schemas.microsoft.com/office/drawing/2014/main" id="{2FAC2487-7B1E-FBAB-31EA-7CFCB9DA248D}"/>
              </a:ext>
            </a:extLst>
          </p:cNvPr>
          <p:cNvSpPr/>
          <p:nvPr/>
        </p:nvSpPr>
        <p:spPr>
          <a:xfrm>
            <a:off x="3568968" y="3837425"/>
            <a:ext cx="73152" cy="73152"/>
          </a:xfrm>
          <a:prstGeom prst="ellipse">
            <a:avLst/>
          </a:prstGeom>
          <a:solidFill>
            <a:srgbClr val="0070AD"/>
          </a:solidFill>
          <a:ln w="12700">
            <a:solidFill>
              <a:srgbClr val="4FC3F7">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65" name="Shape 30">
            <a:extLst>
              <a:ext uri="{FF2B5EF4-FFF2-40B4-BE49-F238E27FC236}">
                <a16:creationId xmlns:a16="http://schemas.microsoft.com/office/drawing/2014/main" id="{1BF50F4C-7BA4-3922-7157-22B872B3FE38}"/>
              </a:ext>
            </a:extLst>
          </p:cNvPr>
          <p:cNvSpPr/>
          <p:nvPr/>
        </p:nvSpPr>
        <p:spPr>
          <a:xfrm>
            <a:off x="3568968" y="4004045"/>
            <a:ext cx="73152" cy="73152"/>
          </a:xfrm>
          <a:prstGeom prst="ellipse">
            <a:avLst/>
          </a:prstGeom>
          <a:solidFill>
            <a:srgbClr val="0070AD"/>
          </a:solidFill>
          <a:ln w="12700">
            <a:solidFill>
              <a:srgbClr val="4FC3F7">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69" name="Text 31">
            <a:extLst>
              <a:ext uri="{FF2B5EF4-FFF2-40B4-BE49-F238E27FC236}">
                <a16:creationId xmlns:a16="http://schemas.microsoft.com/office/drawing/2014/main" id="{0935696C-0C8A-FB21-4DAE-22E4BD1987FD}"/>
              </a:ext>
            </a:extLst>
          </p:cNvPr>
          <p:cNvSpPr/>
          <p:nvPr/>
        </p:nvSpPr>
        <p:spPr>
          <a:xfrm>
            <a:off x="3724416" y="3903461"/>
            <a:ext cx="2112264" cy="283464"/>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E6F0F7"/>
                </a:solidFill>
                <a:effectLst/>
                <a:uLnTx/>
                <a:uFillTx/>
                <a:latin typeface="Ubuntu" panose="020B0504030602030204" pitchFamily="34" charset="0"/>
                <a:ea typeface="Aptos" pitchFamily="34" charset="-122"/>
                <a:cs typeface="Aptos" pitchFamily="34" charset="-120"/>
              </a:rPr>
              <a:t>Performance and batch optimization</a:t>
            </a:r>
            <a:endParaRPr kumimoji="0" lang="en-US" sz="900" b="0" i="0" u="none" strike="noStrike" kern="1200" cap="none" spc="0" normalizeH="0" baseline="0" noProof="0" dirty="0">
              <a:ln>
                <a:noFill/>
              </a:ln>
              <a:solidFill>
                <a:prstClr val="black"/>
              </a:solidFill>
              <a:effectLst/>
              <a:uLnTx/>
              <a:uFillTx/>
              <a:latin typeface="Ubuntu" panose="020B0504030602030204" pitchFamily="34" charset="0"/>
              <a:ea typeface="+mn-ea"/>
              <a:cs typeface="+mn-cs"/>
            </a:endParaRPr>
          </a:p>
        </p:txBody>
      </p:sp>
      <p:sp>
        <p:nvSpPr>
          <p:cNvPr id="77" name="Shape 34">
            <a:extLst>
              <a:ext uri="{FF2B5EF4-FFF2-40B4-BE49-F238E27FC236}">
                <a16:creationId xmlns:a16="http://schemas.microsoft.com/office/drawing/2014/main" id="{9D8EE470-C6CE-64FF-2A9E-75315A0CE250}"/>
              </a:ext>
            </a:extLst>
          </p:cNvPr>
          <p:cNvSpPr/>
          <p:nvPr/>
        </p:nvSpPr>
        <p:spPr>
          <a:xfrm>
            <a:off x="3535356" y="5293146"/>
            <a:ext cx="2304288" cy="265176"/>
          </a:xfrm>
          <a:prstGeom prst="roundRect">
            <a:avLst>
              <a:gd name="adj" fmla="val 13793"/>
            </a:avLst>
          </a:prstGeom>
          <a:solidFill>
            <a:srgbClr val="4FC3F7">
              <a:alpha val="18000"/>
            </a:srgbClr>
          </a:solidFill>
          <a:ln w="12700">
            <a:solidFill>
              <a:srgbClr val="4FC3F7">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79" name="Text 35">
            <a:extLst>
              <a:ext uri="{FF2B5EF4-FFF2-40B4-BE49-F238E27FC236}">
                <a16:creationId xmlns:a16="http://schemas.microsoft.com/office/drawing/2014/main" id="{BB335E06-E890-4C50-F3EB-E89C0CB64B7C}"/>
              </a:ext>
            </a:extLst>
          </p:cNvPr>
          <p:cNvSpPr/>
          <p:nvPr/>
        </p:nvSpPr>
        <p:spPr>
          <a:xfrm>
            <a:off x="3626796" y="5380014"/>
            <a:ext cx="2121408" cy="100584"/>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1" i="0" u="none" strike="noStrike" kern="0" cap="none" spc="25" normalizeH="0" baseline="0" noProof="0" dirty="0">
                <a:ln>
                  <a:noFill/>
                </a:ln>
                <a:solidFill>
                  <a:srgbClr val="BFF7FF"/>
                </a:solidFill>
                <a:effectLst/>
                <a:uLnTx/>
                <a:uFillTx/>
                <a:latin typeface="Ubuntu" panose="020B0504030602030204" pitchFamily="34" charset="0"/>
                <a:ea typeface="Aptos" pitchFamily="34" charset="-122"/>
                <a:cs typeface="Aptos" pitchFamily="34" charset="-120"/>
              </a:rPr>
              <a:t>Improve productivity</a:t>
            </a:r>
            <a:endParaRPr kumimoji="0" lang="en-US" sz="600" b="0" i="0" u="none" strike="noStrike" kern="1200" cap="none" spc="0" normalizeH="0" baseline="0" noProof="0" dirty="0">
              <a:ln>
                <a:noFill/>
              </a:ln>
              <a:solidFill>
                <a:prstClr val="black"/>
              </a:solidFill>
              <a:effectLst/>
              <a:uLnTx/>
              <a:uFillTx/>
              <a:latin typeface="Ubuntu" panose="020B0504030602030204" pitchFamily="34" charset="0"/>
              <a:ea typeface="+mn-ea"/>
              <a:cs typeface="+mn-cs"/>
            </a:endParaRPr>
          </a:p>
        </p:txBody>
      </p:sp>
      <p:sp>
        <p:nvSpPr>
          <p:cNvPr id="81" name="Shape 36">
            <a:extLst>
              <a:ext uri="{FF2B5EF4-FFF2-40B4-BE49-F238E27FC236}">
                <a16:creationId xmlns:a16="http://schemas.microsoft.com/office/drawing/2014/main" id="{5C67C38E-27D3-40B9-1D43-BE681AA3592B}"/>
              </a:ext>
            </a:extLst>
          </p:cNvPr>
          <p:cNvSpPr/>
          <p:nvPr/>
        </p:nvSpPr>
        <p:spPr>
          <a:xfrm>
            <a:off x="6214548" y="2102115"/>
            <a:ext cx="2633472" cy="3626935"/>
          </a:xfrm>
          <a:prstGeom prst="roundRect">
            <a:avLst>
              <a:gd name="adj" fmla="val 3472"/>
            </a:avLst>
          </a:prstGeom>
          <a:solidFill>
            <a:srgbClr val="071A35">
              <a:alpha val="91000"/>
            </a:srgbClr>
          </a:solidFill>
          <a:ln w="12700">
            <a:solidFill>
              <a:srgbClr val="8ACBE2">
                <a:alpha val="42000"/>
              </a:srgbClr>
            </a:solidFill>
            <a:prstDash val="solid"/>
          </a:ln>
          <a:effectLst>
            <a:outerShdw blurRad="25400" dist="13970" dir="2700000" algn="bl" rotWithShape="0">
              <a:srgbClr val="000000">
                <a:alpha val="24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91" name="Text 40">
            <a:extLst>
              <a:ext uri="{FF2B5EF4-FFF2-40B4-BE49-F238E27FC236}">
                <a16:creationId xmlns:a16="http://schemas.microsoft.com/office/drawing/2014/main" id="{F2F99A10-8D0D-B204-CEB8-5DFADC4B55DE}"/>
              </a:ext>
            </a:extLst>
          </p:cNvPr>
          <p:cNvSpPr/>
          <p:nvPr/>
        </p:nvSpPr>
        <p:spPr>
          <a:xfrm>
            <a:off x="6397428" y="2332493"/>
            <a:ext cx="2304288" cy="6766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Ubuntu" panose="020B0504030602030204" pitchFamily="34" charset="0"/>
                <a:ea typeface="Aptos Display" pitchFamily="34" charset="-122"/>
                <a:cs typeface="Aptos Display" pitchFamily="34" charset="-120"/>
              </a:rPr>
              <a:t>In-Place</a:t>
            </a:r>
            <a:endParaRPr kumimoji="0" lang="en-US" sz="1600" b="0" i="0" u="none" strike="noStrike" kern="1200" cap="none" spc="0" normalizeH="0" baseline="0" noProof="0" dirty="0">
              <a:ln>
                <a:noFill/>
              </a:ln>
              <a:solidFill>
                <a:prstClr val="black"/>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Ubuntu" panose="020B0504030602030204" pitchFamily="34" charset="0"/>
                <a:ea typeface="Aptos Display" pitchFamily="34" charset="-122"/>
                <a:cs typeface="Aptos Display" pitchFamily="34" charset="-120"/>
              </a:rPr>
              <a:t>Modernization</a:t>
            </a:r>
            <a:endParaRPr kumimoji="0" lang="en-US" sz="1600" b="0" i="0" u="none" strike="noStrike" kern="1200" cap="none" spc="0" normalizeH="0" baseline="0" noProof="0" dirty="0">
              <a:ln>
                <a:noFill/>
              </a:ln>
              <a:solidFill>
                <a:prstClr val="black"/>
              </a:solidFill>
              <a:effectLst/>
              <a:uLnTx/>
              <a:uFillTx/>
              <a:latin typeface="Ubuntu" panose="020B0504030602030204" pitchFamily="34" charset="0"/>
              <a:ea typeface="+mn-ea"/>
              <a:cs typeface="+mn-cs"/>
            </a:endParaRPr>
          </a:p>
        </p:txBody>
      </p:sp>
      <p:sp>
        <p:nvSpPr>
          <p:cNvPr id="94" name="Text 41">
            <a:extLst>
              <a:ext uri="{FF2B5EF4-FFF2-40B4-BE49-F238E27FC236}">
                <a16:creationId xmlns:a16="http://schemas.microsoft.com/office/drawing/2014/main" id="{423984FC-2B79-7D3E-57FF-ECFC2F554DDB}"/>
              </a:ext>
            </a:extLst>
          </p:cNvPr>
          <p:cNvSpPr/>
          <p:nvPr/>
        </p:nvSpPr>
        <p:spPr>
          <a:xfrm>
            <a:off x="6397428" y="3070803"/>
            <a:ext cx="2304288" cy="676656"/>
          </a:xfrm>
          <a:prstGeom prst="rect">
            <a:avLst/>
          </a:prstGeom>
          <a:noFill/>
          <a:ln/>
        </p:spPr>
        <p:txBody>
          <a:bodyPr wrap="square" lIns="254" tIns="254" rIns="254" bIns="254" rtlCol="0" anchor="t">
            <a:normAutofit/>
          </a:bodyPr>
          <a:lstStyle/>
          <a:p>
            <a:r>
              <a:rPr lang="en-US" sz="1000" dirty="0">
                <a:solidFill>
                  <a:srgbClr val="C9D8E8"/>
                </a:solidFill>
                <a:latin typeface="Ubuntu" panose="020B0504030602030204" pitchFamily="34" charset="0"/>
                <a:ea typeface="Aptos" pitchFamily="34" charset="-122"/>
                <a:cs typeface="Aptos" pitchFamily="34" charset="-120"/>
              </a:rPr>
              <a:t>Make the current estate leaner, modernize integrations, enable APIs and </a:t>
            </a:r>
            <a:r>
              <a:rPr lang="en-US" sz="1000" dirty="0" err="1">
                <a:solidFill>
                  <a:srgbClr val="C9D8E8"/>
                </a:solidFill>
                <a:latin typeface="Ubuntu" panose="020B0504030602030204" pitchFamily="34" charset="0"/>
                <a:ea typeface="Aptos" pitchFamily="34" charset="-122"/>
                <a:cs typeface="Aptos" pitchFamily="34" charset="-120"/>
              </a:rPr>
              <a:t>DevOPs</a:t>
            </a:r>
            <a:r>
              <a:rPr lang="en-US" sz="1000" dirty="0">
                <a:solidFill>
                  <a:srgbClr val="C9D8E8"/>
                </a:solidFill>
                <a:latin typeface="Ubuntu" panose="020B0504030602030204" pitchFamily="34" charset="0"/>
                <a:ea typeface="Aptos" pitchFamily="34" charset="-122"/>
                <a:cs typeface="Aptos" pitchFamily="34" charset="-120"/>
              </a:rPr>
              <a:t>, while retaining the legacy core.</a:t>
            </a:r>
            <a:endParaRPr lang="en-US" sz="1000" dirty="0">
              <a:latin typeface="Ubuntu" panose="020B0504030602030204" pitchFamily="34" charset="0"/>
            </a:endParaRPr>
          </a:p>
        </p:txBody>
      </p:sp>
      <p:sp>
        <p:nvSpPr>
          <p:cNvPr id="97" name="Shape 42">
            <a:extLst>
              <a:ext uri="{FF2B5EF4-FFF2-40B4-BE49-F238E27FC236}">
                <a16:creationId xmlns:a16="http://schemas.microsoft.com/office/drawing/2014/main" id="{DCECD58A-C7EE-8331-4C47-73A42A63EF7C}"/>
              </a:ext>
            </a:extLst>
          </p:cNvPr>
          <p:cNvSpPr/>
          <p:nvPr/>
        </p:nvSpPr>
        <p:spPr>
          <a:xfrm>
            <a:off x="6394464" y="3711692"/>
            <a:ext cx="2304288" cy="1"/>
          </a:xfrm>
          <a:prstGeom prst="line">
            <a:avLst/>
          </a:prstGeom>
          <a:noFill/>
          <a:ln w="12700">
            <a:solidFill>
              <a:srgbClr val="85A8C3">
                <a:alpha val="35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99" name="Shape 43">
            <a:extLst>
              <a:ext uri="{FF2B5EF4-FFF2-40B4-BE49-F238E27FC236}">
                <a16:creationId xmlns:a16="http://schemas.microsoft.com/office/drawing/2014/main" id="{279CFF65-C9A6-29BE-5F00-5F184EDEB9FD}"/>
              </a:ext>
            </a:extLst>
          </p:cNvPr>
          <p:cNvSpPr/>
          <p:nvPr/>
        </p:nvSpPr>
        <p:spPr>
          <a:xfrm>
            <a:off x="6412752" y="3837425"/>
            <a:ext cx="73152" cy="73152"/>
          </a:xfrm>
          <a:prstGeom prst="ellipse">
            <a:avLst/>
          </a:prstGeom>
          <a:solidFill>
            <a:srgbClr val="0070AD"/>
          </a:solidFill>
          <a:ln w="12700">
            <a:solidFill>
              <a:srgbClr val="7BE0C3">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101" name="Text 44">
            <a:extLst>
              <a:ext uri="{FF2B5EF4-FFF2-40B4-BE49-F238E27FC236}">
                <a16:creationId xmlns:a16="http://schemas.microsoft.com/office/drawing/2014/main" id="{466229E5-CDEE-D833-73EB-EC0C3EFD18C1}"/>
              </a:ext>
            </a:extLst>
          </p:cNvPr>
          <p:cNvSpPr/>
          <p:nvPr/>
        </p:nvSpPr>
        <p:spPr>
          <a:xfrm>
            <a:off x="6568200" y="3736841"/>
            <a:ext cx="2112264" cy="283464"/>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err="1">
                <a:ln>
                  <a:noFill/>
                </a:ln>
                <a:solidFill>
                  <a:srgbClr val="E6F0F7"/>
                </a:solidFill>
                <a:effectLst/>
                <a:uLnTx/>
                <a:uFillTx/>
                <a:latin typeface="Ubuntu" panose="020B0504030602030204" pitchFamily="34" charset="0"/>
                <a:ea typeface="Aptos" pitchFamily="34" charset="-122"/>
                <a:cs typeface="Aptos" pitchFamily="34" charset="-120"/>
              </a:rPr>
              <a:t>APIfication</a:t>
            </a:r>
            <a:r>
              <a:rPr lang="en-US" sz="900" noProof="0" dirty="0">
                <a:solidFill>
                  <a:srgbClr val="E6F0F7"/>
                </a:solidFill>
                <a:latin typeface="Ubuntu" panose="020B0504030602030204" pitchFamily="34" charset="0"/>
                <a:ea typeface="Aptos" pitchFamily="34" charset="-122"/>
                <a:cs typeface="Aptos" pitchFamily="34" charset="-120"/>
              </a:rPr>
              <a:t> </a:t>
            </a:r>
            <a:r>
              <a:rPr lang="en-US" sz="900" dirty="0">
                <a:solidFill>
                  <a:srgbClr val="E6F0F7"/>
                </a:solidFill>
                <a:latin typeface="Ubuntu" panose="020B0504030602030204" pitchFamily="34" charset="0"/>
                <a:ea typeface="Aptos" pitchFamily="34" charset="-122"/>
                <a:cs typeface="Aptos" pitchFamily="34" charset="-120"/>
              </a:rPr>
              <a:t>and D</a:t>
            </a:r>
            <a:r>
              <a:rPr kumimoji="0" lang="en-US" sz="900" b="0" i="0" u="none" strike="noStrike" kern="1200" cap="none" spc="0" normalizeH="0" baseline="0" noProof="0" dirty="0" err="1">
                <a:ln>
                  <a:noFill/>
                </a:ln>
                <a:solidFill>
                  <a:srgbClr val="E6F0F7"/>
                </a:solidFill>
                <a:effectLst/>
                <a:uLnTx/>
                <a:uFillTx/>
                <a:latin typeface="Ubuntu" panose="020B0504030602030204" pitchFamily="34" charset="0"/>
                <a:ea typeface="Aptos" pitchFamily="34" charset="-122"/>
                <a:cs typeface="Aptos" pitchFamily="34" charset="-120"/>
              </a:rPr>
              <a:t>evOps</a:t>
            </a:r>
            <a:r>
              <a:rPr kumimoji="0" lang="en-US" sz="900" b="0" i="0" u="none" strike="noStrike" kern="1200" cap="none" spc="0" normalizeH="0" baseline="0" noProof="0" dirty="0">
                <a:ln>
                  <a:noFill/>
                </a:ln>
                <a:solidFill>
                  <a:srgbClr val="E6F0F7"/>
                </a:solidFill>
                <a:effectLst/>
                <a:uLnTx/>
                <a:uFillTx/>
                <a:latin typeface="Ubuntu" panose="020B0504030602030204" pitchFamily="34" charset="0"/>
                <a:ea typeface="Aptos" pitchFamily="34" charset="-122"/>
                <a:cs typeface="Aptos" pitchFamily="34" charset="-120"/>
              </a:rPr>
              <a:t> implementation</a:t>
            </a:r>
            <a:endParaRPr kumimoji="0" lang="en-US" sz="900" b="0" i="0" u="none" strike="noStrike" kern="1200" cap="none" spc="0" normalizeH="0" baseline="0" noProof="0" dirty="0">
              <a:ln>
                <a:noFill/>
              </a:ln>
              <a:solidFill>
                <a:prstClr val="black"/>
              </a:solidFill>
              <a:effectLst/>
              <a:uLnTx/>
              <a:uFillTx/>
              <a:latin typeface="Ubuntu" panose="020B0504030602030204" pitchFamily="34" charset="0"/>
              <a:ea typeface="+mn-ea"/>
              <a:cs typeface="+mn-cs"/>
            </a:endParaRPr>
          </a:p>
        </p:txBody>
      </p:sp>
      <p:sp>
        <p:nvSpPr>
          <p:cNvPr id="104" name="Shape 45">
            <a:extLst>
              <a:ext uri="{FF2B5EF4-FFF2-40B4-BE49-F238E27FC236}">
                <a16:creationId xmlns:a16="http://schemas.microsoft.com/office/drawing/2014/main" id="{8A8F4C01-5127-92A9-1752-6A71F90F4105}"/>
              </a:ext>
            </a:extLst>
          </p:cNvPr>
          <p:cNvSpPr/>
          <p:nvPr/>
        </p:nvSpPr>
        <p:spPr>
          <a:xfrm>
            <a:off x="6412752" y="4004045"/>
            <a:ext cx="73152" cy="73152"/>
          </a:xfrm>
          <a:prstGeom prst="ellipse">
            <a:avLst/>
          </a:prstGeom>
          <a:solidFill>
            <a:srgbClr val="0070AD"/>
          </a:solidFill>
          <a:ln w="12700">
            <a:solidFill>
              <a:srgbClr val="7BE0C3">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108" name="Text 46">
            <a:extLst>
              <a:ext uri="{FF2B5EF4-FFF2-40B4-BE49-F238E27FC236}">
                <a16:creationId xmlns:a16="http://schemas.microsoft.com/office/drawing/2014/main" id="{B6F07C88-846A-8C7C-A413-7460E3172833}"/>
              </a:ext>
            </a:extLst>
          </p:cNvPr>
          <p:cNvSpPr/>
          <p:nvPr/>
        </p:nvSpPr>
        <p:spPr>
          <a:xfrm>
            <a:off x="6568200" y="3903461"/>
            <a:ext cx="2112264" cy="283464"/>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prstClr val="black"/>
              </a:solidFill>
              <a:effectLst/>
              <a:uLnTx/>
              <a:uFillTx/>
              <a:latin typeface="Ubuntu" panose="020B0504030602030204" pitchFamily="34" charset="0"/>
              <a:ea typeface="+mn-ea"/>
              <a:cs typeface="+mn-cs"/>
            </a:endParaRPr>
          </a:p>
        </p:txBody>
      </p:sp>
      <p:sp>
        <p:nvSpPr>
          <p:cNvPr id="114" name="Text 48">
            <a:extLst>
              <a:ext uri="{FF2B5EF4-FFF2-40B4-BE49-F238E27FC236}">
                <a16:creationId xmlns:a16="http://schemas.microsoft.com/office/drawing/2014/main" id="{885A2A29-5D49-F4CA-5C67-8CC3BBDDEAA9}"/>
              </a:ext>
            </a:extLst>
          </p:cNvPr>
          <p:cNvSpPr/>
          <p:nvPr/>
        </p:nvSpPr>
        <p:spPr>
          <a:xfrm>
            <a:off x="3724416" y="3745047"/>
            <a:ext cx="2112264" cy="283464"/>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E6F0F7"/>
                </a:solidFill>
                <a:effectLst/>
                <a:uLnTx/>
                <a:uFillTx/>
                <a:latin typeface="Ubuntu" panose="020B0504030602030204" pitchFamily="34" charset="0"/>
                <a:ea typeface="Aptos" pitchFamily="34" charset="-122"/>
                <a:cs typeface="Aptos" pitchFamily="34" charset="-120"/>
              </a:rPr>
              <a:t>AI-SDLC introduction</a:t>
            </a:r>
            <a:endParaRPr kumimoji="0" lang="en-US" sz="900" b="0" i="0" u="none" strike="noStrike" kern="1200" cap="none" spc="0" normalizeH="0" baseline="0" noProof="0" dirty="0">
              <a:ln>
                <a:noFill/>
              </a:ln>
              <a:solidFill>
                <a:prstClr val="black"/>
              </a:solidFill>
              <a:effectLst/>
              <a:uLnTx/>
              <a:uFillTx/>
              <a:latin typeface="Ubuntu" panose="020B0504030602030204" pitchFamily="34" charset="0"/>
              <a:ea typeface="+mn-ea"/>
              <a:cs typeface="+mn-cs"/>
            </a:endParaRPr>
          </a:p>
        </p:txBody>
      </p:sp>
      <p:sp>
        <p:nvSpPr>
          <p:cNvPr id="116" name="Shape 49">
            <a:extLst>
              <a:ext uri="{FF2B5EF4-FFF2-40B4-BE49-F238E27FC236}">
                <a16:creationId xmlns:a16="http://schemas.microsoft.com/office/drawing/2014/main" id="{BB0EF0B5-77E6-4247-5351-7C2A00F977C5}"/>
              </a:ext>
            </a:extLst>
          </p:cNvPr>
          <p:cNvSpPr/>
          <p:nvPr/>
        </p:nvSpPr>
        <p:spPr>
          <a:xfrm>
            <a:off x="6379140" y="5293146"/>
            <a:ext cx="2304288" cy="265176"/>
          </a:xfrm>
          <a:prstGeom prst="roundRect">
            <a:avLst>
              <a:gd name="adj" fmla="val 13793"/>
            </a:avLst>
          </a:prstGeom>
          <a:solidFill>
            <a:srgbClr val="7BE0C3">
              <a:alpha val="18000"/>
            </a:srgbClr>
          </a:solidFill>
          <a:ln w="12700">
            <a:solidFill>
              <a:srgbClr val="7BE0C3">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118" name="Text 50">
            <a:extLst>
              <a:ext uri="{FF2B5EF4-FFF2-40B4-BE49-F238E27FC236}">
                <a16:creationId xmlns:a16="http://schemas.microsoft.com/office/drawing/2014/main" id="{2154C386-7BE8-F3C5-F6C9-E3D3605FA813}"/>
              </a:ext>
            </a:extLst>
          </p:cNvPr>
          <p:cNvSpPr/>
          <p:nvPr/>
        </p:nvSpPr>
        <p:spPr>
          <a:xfrm>
            <a:off x="6470580" y="5380014"/>
            <a:ext cx="2121408" cy="100584"/>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1" i="0" u="none" strike="noStrike" kern="0" cap="none" spc="25" normalizeH="0" baseline="0" noProof="0" dirty="0">
                <a:ln>
                  <a:noFill/>
                </a:ln>
                <a:solidFill>
                  <a:srgbClr val="BFF7FF"/>
                </a:solidFill>
                <a:effectLst/>
                <a:uLnTx/>
                <a:uFillTx/>
                <a:latin typeface="Ubuntu" panose="020B0504030602030204" pitchFamily="34" charset="0"/>
                <a:ea typeface="Aptos" pitchFamily="34" charset="-122"/>
                <a:cs typeface="Aptos" pitchFamily="34" charset="-120"/>
              </a:rPr>
              <a:t>Footprint and TCO reduction, Faster</a:t>
            </a:r>
            <a:r>
              <a:rPr lang="en-US" sz="600" b="1" kern="0" spc="25" dirty="0">
                <a:solidFill>
                  <a:srgbClr val="BFF7FF"/>
                </a:solidFill>
                <a:latin typeface="Ubuntu" panose="020B0504030602030204" pitchFamily="34" charset="0"/>
                <a:ea typeface="Aptos" pitchFamily="34" charset="-122"/>
                <a:cs typeface="Aptos" pitchFamily="34" charset="-120"/>
              </a:rPr>
              <a:t> release cycles</a:t>
            </a:r>
            <a:endParaRPr kumimoji="0" lang="en-US" sz="600" b="0" i="0" u="none" strike="noStrike" kern="1200" cap="none" spc="0" normalizeH="0" baseline="0" noProof="0" dirty="0">
              <a:ln>
                <a:noFill/>
              </a:ln>
              <a:solidFill>
                <a:prstClr val="black"/>
              </a:solidFill>
              <a:effectLst/>
              <a:uLnTx/>
              <a:uFillTx/>
              <a:latin typeface="Ubuntu" panose="020B0504030602030204" pitchFamily="34" charset="0"/>
              <a:ea typeface="+mn-ea"/>
              <a:cs typeface="+mn-cs"/>
            </a:endParaRPr>
          </a:p>
        </p:txBody>
      </p:sp>
      <p:sp>
        <p:nvSpPr>
          <p:cNvPr id="120" name="Shape 51">
            <a:extLst>
              <a:ext uri="{FF2B5EF4-FFF2-40B4-BE49-F238E27FC236}">
                <a16:creationId xmlns:a16="http://schemas.microsoft.com/office/drawing/2014/main" id="{660FF7CE-2E5F-9E46-D0F6-4A18CB97BD66}"/>
              </a:ext>
            </a:extLst>
          </p:cNvPr>
          <p:cNvSpPr/>
          <p:nvPr/>
        </p:nvSpPr>
        <p:spPr>
          <a:xfrm>
            <a:off x="9058332" y="2102115"/>
            <a:ext cx="2633472" cy="3626935"/>
          </a:xfrm>
          <a:prstGeom prst="roundRect">
            <a:avLst>
              <a:gd name="adj" fmla="val 3472"/>
            </a:avLst>
          </a:prstGeom>
          <a:solidFill>
            <a:srgbClr val="071A35">
              <a:alpha val="91000"/>
            </a:srgbClr>
          </a:solidFill>
          <a:ln w="12700">
            <a:solidFill>
              <a:srgbClr val="8ACBE2">
                <a:alpha val="42000"/>
              </a:srgbClr>
            </a:solidFill>
            <a:prstDash val="solid"/>
          </a:ln>
          <a:effectLst>
            <a:outerShdw blurRad="25400" dist="13970" dir="2700000" algn="bl" rotWithShape="0">
              <a:srgbClr val="000000">
                <a:alpha val="24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132" name="Text 57">
            <a:extLst>
              <a:ext uri="{FF2B5EF4-FFF2-40B4-BE49-F238E27FC236}">
                <a16:creationId xmlns:a16="http://schemas.microsoft.com/office/drawing/2014/main" id="{D1FA3DFA-201B-D1BD-1C8F-AB8DBB108606}"/>
              </a:ext>
            </a:extLst>
          </p:cNvPr>
          <p:cNvSpPr/>
          <p:nvPr/>
        </p:nvSpPr>
        <p:spPr>
          <a:xfrm>
            <a:off x="9241212" y="2332493"/>
            <a:ext cx="2304288" cy="6766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Ubuntu" panose="020B0504030602030204" pitchFamily="34" charset="0"/>
                <a:ea typeface="Aptos Display" pitchFamily="34" charset="-122"/>
                <a:cs typeface="Aptos Display" pitchFamily="34" charset="-120"/>
              </a:rPr>
              <a:t>Selective</a:t>
            </a:r>
            <a:endParaRPr kumimoji="0" lang="en-US" sz="1600" b="0" i="0" u="none" strike="noStrike" kern="1200" cap="none" spc="0" normalizeH="0" baseline="0" noProof="0" dirty="0">
              <a:ln>
                <a:noFill/>
              </a:ln>
              <a:solidFill>
                <a:prstClr val="black"/>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Ubuntu" panose="020B0504030602030204" pitchFamily="34" charset="0"/>
                <a:ea typeface="Aptos Display" pitchFamily="34" charset="-122"/>
                <a:cs typeface="Aptos Display" pitchFamily="34" charset="-120"/>
              </a:rPr>
              <a:t>Mainframe Exit</a:t>
            </a:r>
            <a:endParaRPr kumimoji="0" lang="en-US" sz="1600" b="0" i="0" u="none" strike="noStrike" kern="1200" cap="none" spc="0" normalizeH="0" baseline="0" noProof="0" dirty="0">
              <a:ln>
                <a:noFill/>
              </a:ln>
              <a:solidFill>
                <a:prstClr val="black"/>
              </a:solidFill>
              <a:effectLst/>
              <a:uLnTx/>
              <a:uFillTx/>
              <a:latin typeface="Ubuntu" panose="020B0504030602030204" pitchFamily="34" charset="0"/>
              <a:ea typeface="+mn-ea"/>
              <a:cs typeface="+mn-cs"/>
            </a:endParaRPr>
          </a:p>
        </p:txBody>
      </p:sp>
      <p:sp>
        <p:nvSpPr>
          <p:cNvPr id="134" name="Text 58">
            <a:extLst>
              <a:ext uri="{FF2B5EF4-FFF2-40B4-BE49-F238E27FC236}">
                <a16:creationId xmlns:a16="http://schemas.microsoft.com/office/drawing/2014/main" id="{90B393F1-5CD6-1344-2E0A-6DC1C4CBF3EA}"/>
              </a:ext>
            </a:extLst>
          </p:cNvPr>
          <p:cNvSpPr/>
          <p:nvPr/>
        </p:nvSpPr>
        <p:spPr>
          <a:xfrm>
            <a:off x="9238248" y="3172196"/>
            <a:ext cx="2304288" cy="676656"/>
          </a:xfrm>
          <a:prstGeom prst="rect">
            <a:avLst/>
          </a:prstGeom>
          <a:noFill/>
          <a:ln/>
        </p:spPr>
        <p:txBody>
          <a:bodyPr wrap="square" lIns="254" tIns="254" rIns="254" bIns="254"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C9D8E8"/>
                </a:solidFill>
                <a:effectLst/>
                <a:uLnTx/>
                <a:uFillTx/>
                <a:latin typeface="Ubuntu" panose="020B0504030602030204" pitchFamily="34" charset="0"/>
                <a:ea typeface="Aptos" pitchFamily="34" charset="-122"/>
                <a:cs typeface="Aptos" pitchFamily="34" charset="-120"/>
              </a:rPr>
              <a:t>Exit only bounded applications or components with a clear business, technology and risk case.</a:t>
            </a:r>
            <a:endParaRPr kumimoji="0" lang="en-US" sz="1000" b="0" i="0" u="none" strike="noStrike" kern="1200" cap="none" spc="0" normalizeH="0" baseline="0" noProof="0" dirty="0">
              <a:ln>
                <a:noFill/>
              </a:ln>
              <a:solidFill>
                <a:prstClr val="black"/>
              </a:solidFill>
              <a:effectLst/>
              <a:uLnTx/>
              <a:uFillTx/>
              <a:latin typeface="Ubuntu" panose="020B0504030602030204" pitchFamily="34" charset="0"/>
              <a:ea typeface="+mn-ea"/>
              <a:cs typeface="+mn-cs"/>
            </a:endParaRPr>
          </a:p>
        </p:txBody>
      </p:sp>
      <p:sp>
        <p:nvSpPr>
          <p:cNvPr id="136" name="Shape 59">
            <a:extLst>
              <a:ext uri="{FF2B5EF4-FFF2-40B4-BE49-F238E27FC236}">
                <a16:creationId xmlns:a16="http://schemas.microsoft.com/office/drawing/2014/main" id="{64B8CFBE-A189-560F-3847-941808A7898D}"/>
              </a:ext>
            </a:extLst>
          </p:cNvPr>
          <p:cNvSpPr/>
          <p:nvPr/>
        </p:nvSpPr>
        <p:spPr>
          <a:xfrm>
            <a:off x="9238248" y="3711692"/>
            <a:ext cx="2304288" cy="1"/>
          </a:xfrm>
          <a:prstGeom prst="line">
            <a:avLst/>
          </a:prstGeom>
          <a:noFill/>
          <a:ln w="12700">
            <a:solidFill>
              <a:srgbClr val="85A8C3">
                <a:alpha val="35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140" name="Shape 60">
            <a:extLst>
              <a:ext uri="{FF2B5EF4-FFF2-40B4-BE49-F238E27FC236}">
                <a16:creationId xmlns:a16="http://schemas.microsoft.com/office/drawing/2014/main" id="{E136E8C9-7A17-9B6A-CAD1-06FB53077B47}"/>
              </a:ext>
            </a:extLst>
          </p:cNvPr>
          <p:cNvSpPr/>
          <p:nvPr/>
        </p:nvSpPr>
        <p:spPr>
          <a:xfrm>
            <a:off x="9256536" y="3837425"/>
            <a:ext cx="73152" cy="73152"/>
          </a:xfrm>
          <a:prstGeom prst="ellipse">
            <a:avLst/>
          </a:prstGeom>
          <a:solidFill>
            <a:schemeClr val="accent4"/>
          </a:solidFill>
          <a:ln w="12700">
            <a:solidFill>
              <a:srgbClr val="F5B85A">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144" name="Text 61">
            <a:extLst>
              <a:ext uri="{FF2B5EF4-FFF2-40B4-BE49-F238E27FC236}">
                <a16:creationId xmlns:a16="http://schemas.microsoft.com/office/drawing/2014/main" id="{1DBA3571-3CFE-C599-5FFB-4FB414C525E2}"/>
              </a:ext>
            </a:extLst>
          </p:cNvPr>
          <p:cNvSpPr/>
          <p:nvPr/>
        </p:nvSpPr>
        <p:spPr>
          <a:xfrm>
            <a:off x="9411984" y="3736841"/>
            <a:ext cx="2112264" cy="283464"/>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E6F0F7"/>
                </a:solidFill>
                <a:effectLst/>
                <a:uLnTx/>
                <a:uFillTx/>
                <a:latin typeface="Ubuntu" panose="020B0504030602030204" pitchFamily="34" charset="0"/>
                <a:ea typeface="Aptos" pitchFamily="34" charset="-122"/>
                <a:cs typeface="Aptos" pitchFamily="34" charset="-120"/>
              </a:rPr>
              <a:t>Retire, replace or replatform</a:t>
            </a:r>
            <a:endParaRPr kumimoji="0" lang="en-US" sz="900" b="0" i="0" u="none" strike="noStrike" kern="1200" cap="none" spc="0" normalizeH="0" baseline="0" noProof="0" dirty="0">
              <a:ln>
                <a:noFill/>
              </a:ln>
              <a:solidFill>
                <a:prstClr val="black"/>
              </a:solidFill>
              <a:effectLst/>
              <a:uLnTx/>
              <a:uFillTx/>
              <a:latin typeface="Ubuntu" panose="020B0504030602030204" pitchFamily="34" charset="0"/>
              <a:ea typeface="+mn-ea"/>
              <a:cs typeface="+mn-cs"/>
            </a:endParaRPr>
          </a:p>
        </p:txBody>
      </p:sp>
      <p:sp>
        <p:nvSpPr>
          <p:cNvPr id="148" name="Shape 62">
            <a:extLst>
              <a:ext uri="{FF2B5EF4-FFF2-40B4-BE49-F238E27FC236}">
                <a16:creationId xmlns:a16="http://schemas.microsoft.com/office/drawing/2014/main" id="{3CDCDE4F-06B0-F597-C625-9B6B3E3A4F19}"/>
              </a:ext>
            </a:extLst>
          </p:cNvPr>
          <p:cNvSpPr/>
          <p:nvPr/>
        </p:nvSpPr>
        <p:spPr>
          <a:xfrm>
            <a:off x="9256536" y="4004045"/>
            <a:ext cx="73152" cy="73152"/>
          </a:xfrm>
          <a:prstGeom prst="ellipse">
            <a:avLst/>
          </a:prstGeom>
          <a:solidFill>
            <a:schemeClr val="accent4"/>
          </a:solidFill>
          <a:ln w="12700">
            <a:solidFill>
              <a:srgbClr val="F5B85A">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152" name="Text 63">
            <a:extLst>
              <a:ext uri="{FF2B5EF4-FFF2-40B4-BE49-F238E27FC236}">
                <a16:creationId xmlns:a16="http://schemas.microsoft.com/office/drawing/2014/main" id="{27D5041A-7639-D158-CDE8-3CF7A049135F}"/>
              </a:ext>
            </a:extLst>
          </p:cNvPr>
          <p:cNvSpPr/>
          <p:nvPr/>
        </p:nvSpPr>
        <p:spPr>
          <a:xfrm>
            <a:off x="9411984" y="3903461"/>
            <a:ext cx="2112264" cy="283464"/>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E6F0F7"/>
                </a:solidFill>
                <a:effectLst/>
                <a:uLnTx/>
                <a:uFillTx/>
                <a:latin typeface="Ubuntu" panose="020B0504030602030204" pitchFamily="34" charset="0"/>
                <a:ea typeface="Aptos" pitchFamily="34" charset="-122"/>
                <a:cs typeface="Aptos" pitchFamily="34" charset="-120"/>
              </a:rPr>
              <a:t>Re-engineer selected components</a:t>
            </a:r>
            <a:endParaRPr kumimoji="0" lang="en-US" sz="900" b="0" i="0" u="none" strike="noStrike" kern="1200" cap="none" spc="0" normalizeH="0" baseline="0" noProof="0" dirty="0">
              <a:ln>
                <a:noFill/>
              </a:ln>
              <a:solidFill>
                <a:prstClr val="black"/>
              </a:solidFill>
              <a:effectLst/>
              <a:uLnTx/>
              <a:uFillTx/>
              <a:latin typeface="Ubuntu" panose="020B0504030602030204" pitchFamily="34" charset="0"/>
              <a:ea typeface="+mn-ea"/>
              <a:cs typeface="+mn-cs"/>
            </a:endParaRPr>
          </a:p>
        </p:txBody>
      </p:sp>
      <p:sp>
        <p:nvSpPr>
          <p:cNvPr id="156" name="Shape 64">
            <a:extLst>
              <a:ext uri="{FF2B5EF4-FFF2-40B4-BE49-F238E27FC236}">
                <a16:creationId xmlns:a16="http://schemas.microsoft.com/office/drawing/2014/main" id="{F348E671-F421-4576-9861-5D1A4E6D6F0A}"/>
              </a:ext>
            </a:extLst>
          </p:cNvPr>
          <p:cNvSpPr/>
          <p:nvPr/>
        </p:nvSpPr>
        <p:spPr>
          <a:xfrm>
            <a:off x="9256536" y="4162203"/>
            <a:ext cx="73152" cy="73152"/>
          </a:xfrm>
          <a:prstGeom prst="ellipse">
            <a:avLst/>
          </a:prstGeom>
          <a:solidFill>
            <a:schemeClr val="accent4"/>
          </a:solidFill>
          <a:ln w="12700">
            <a:solidFill>
              <a:srgbClr val="F5B85A">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158" name="Text 65">
            <a:extLst>
              <a:ext uri="{FF2B5EF4-FFF2-40B4-BE49-F238E27FC236}">
                <a16:creationId xmlns:a16="http://schemas.microsoft.com/office/drawing/2014/main" id="{50441124-1DC4-321A-3957-63A4FF4BD00E}"/>
              </a:ext>
            </a:extLst>
          </p:cNvPr>
          <p:cNvSpPr/>
          <p:nvPr/>
        </p:nvSpPr>
        <p:spPr>
          <a:xfrm>
            <a:off x="9411984" y="4061619"/>
            <a:ext cx="2112264" cy="283464"/>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E6F0F7"/>
                </a:solidFill>
                <a:effectLst/>
                <a:uLnTx/>
                <a:uFillTx/>
                <a:latin typeface="Ubuntu" panose="020B0504030602030204" pitchFamily="34" charset="0"/>
                <a:ea typeface="Aptos" pitchFamily="34" charset="-122"/>
                <a:cs typeface="Aptos" pitchFamily="34" charset="-120"/>
              </a:rPr>
              <a:t>Incremental host decommissioning</a:t>
            </a:r>
            <a:endParaRPr kumimoji="0" lang="en-US" sz="900" b="0" i="0" u="none" strike="noStrike" kern="1200" cap="none" spc="0" normalizeH="0" baseline="0" noProof="0" dirty="0">
              <a:ln>
                <a:noFill/>
              </a:ln>
              <a:solidFill>
                <a:prstClr val="black"/>
              </a:solidFill>
              <a:effectLst/>
              <a:uLnTx/>
              <a:uFillTx/>
              <a:latin typeface="Ubuntu" panose="020B0504030602030204" pitchFamily="34" charset="0"/>
              <a:ea typeface="+mn-ea"/>
              <a:cs typeface="+mn-cs"/>
            </a:endParaRPr>
          </a:p>
        </p:txBody>
      </p:sp>
      <p:sp>
        <p:nvSpPr>
          <p:cNvPr id="162" name="Shape 66">
            <a:extLst>
              <a:ext uri="{FF2B5EF4-FFF2-40B4-BE49-F238E27FC236}">
                <a16:creationId xmlns:a16="http://schemas.microsoft.com/office/drawing/2014/main" id="{19AB368B-70F1-31AA-D364-525983F638D0}"/>
              </a:ext>
            </a:extLst>
          </p:cNvPr>
          <p:cNvSpPr/>
          <p:nvPr/>
        </p:nvSpPr>
        <p:spPr>
          <a:xfrm>
            <a:off x="9222924" y="5293146"/>
            <a:ext cx="2304288" cy="265176"/>
          </a:xfrm>
          <a:prstGeom prst="roundRect">
            <a:avLst>
              <a:gd name="adj" fmla="val 13793"/>
            </a:avLst>
          </a:prstGeom>
          <a:solidFill>
            <a:schemeClr val="accent4">
              <a:alpha val="18000"/>
            </a:schemeClr>
          </a:solidFill>
          <a:ln w="12700">
            <a:solidFill>
              <a:srgbClr val="F5B85A">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166" name="Text 67">
            <a:extLst>
              <a:ext uri="{FF2B5EF4-FFF2-40B4-BE49-F238E27FC236}">
                <a16:creationId xmlns:a16="http://schemas.microsoft.com/office/drawing/2014/main" id="{6457BD45-FC18-C73E-7A47-81F30B800CDD}"/>
              </a:ext>
            </a:extLst>
          </p:cNvPr>
          <p:cNvSpPr/>
          <p:nvPr/>
        </p:nvSpPr>
        <p:spPr>
          <a:xfrm>
            <a:off x="9314364" y="5380014"/>
            <a:ext cx="2121408" cy="100584"/>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1" i="0" u="none" strike="noStrike" kern="0" cap="none" spc="25" normalizeH="0" baseline="0" noProof="0" dirty="0">
                <a:ln>
                  <a:noFill/>
                </a:ln>
                <a:solidFill>
                  <a:schemeClr val="accent4"/>
                </a:solidFill>
                <a:effectLst/>
                <a:uLnTx/>
                <a:uFillTx/>
                <a:latin typeface="Ubuntu" panose="020B0504030602030204" pitchFamily="34" charset="0"/>
                <a:ea typeface="Aptos" pitchFamily="34" charset="-122"/>
                <a:cs typeface="Aptos" pitchFamily="34" charset="-120"/>
              </a:rPr>
              <a:t>Controlled footprint reduction</a:t>
            </a:r>
            <a:endParaRPr kumimoji="0" lang="en-US" sz="600" b="0" i="0" u="none" strike="noStrike" kern="1200" cap="none" spc="0" normalizeH="0" baseline="0" noProof="0" dirty="0">
              <a:ln>
                <a:noFill/>
              </a:ln>
              <a:solidFill>
                <a:schemeClr val="accent4"/>
              </a:solidFill>
              <a:effectLst/>
              <a:uLnTx/>
              <a:uFillTx/>
              <a:latin typeface="Ubuntu" panose="020B0504030602030204" pitchFamily="34" charset="0"/>
              <a:ea typeface="+mn-ea"/>
              <a:cs typeface="+mn-cs"/>
            </a:endParaRPr>
          </a:p>
        </p:txBody>
      </p:sp>
      <p:sp>
        <p:nvSpPr>
          <p:cNvPr id="168" name="Shape 68">
            <a:extLst>
              <a:ext uri="{FF2B5EF4-FFF2-40B4-BE49-F238E27FC236}">
                <a16:creationId xmlns:a16="http://schemas.microsoft.com/office/drawing/2014/main" id="{F96934C3-DB48-7AF8-67D1-35EEC6D41C5A}"/>
              </a:ext>
            </a:extLst>
          </p:cNvPr>
          <p:cNvSpPr/>
          <p:nvPr/>
        </p:nvSpPr>
        <p:spPr>
          <a:xfrm>
            <a:off x="548640" y="5904908"/>
            <a:ext cx="11173968" cy="438912"/>
          </a:xfrm>
          <a:prstGeom prst="roundRect">
            <a:avLst>
              <a:gd name="adj" fmla="val 16667"/>
            </a:avLst>
          </a:prstGeom>
          <a:solidFill>
            <a:srgbClr val="06152F">
              <a:alpha val="90000"/>
            </a:srgbClr>
          </a:solidFill>
          <a:ln w="12700">
            <a:solidFill>
              <a:srgbClr val="45D2E3">
                <a:alpha val="36000"/>
              </a:srgbClr>
            </a:solidFill>
            <a:prstDash val="solid"/>
          </a:ln>
        </p:spPr>
        <p:txBody>
          <a:bodyPr anchor="ctr"/>
          <a:lstStyle/>
          <a:p>
            <a:pPr lvl="0">
              <a:defRPr/>
            </a:pPr>
            <a:r>
              <a:rPr lang="en-US" sz="1200" b="1" kern="0" spc="80" dirty="0">
                <a:solidFill>
                  <a:srgbClr val="39D9E8"/>
                </a:solidFill>
                <a:latin typeface="Ubuntu" panose="020B0504030602030204" pitchFamily="34" charset="0"/>
                <a:ea typeface="Aptos" pitchFamily="34" charset="-122"/>
                <a:cs typeface="Aptos" pitchFamily="34" charset="-120"/>
              </a:rPr>
              <a:t>GUIDING PRINCIPLE: </a:t>
            </a:r>
            <a:r>
              <a:rPr lang="en-US" sz="1200" dirty="0">
                <a:solidFill>
                  <a:srgbClr val="FFFFFF"/>
                </a:solidFill>
                <a:latin typeface="Ubuntu" panose="020B0504030602030204" pitchFamily="34" charset="0"/>
                <a:ea typeface="Aptos" pitchFamily="34" charset="-122"/>
                <a:cs typeface="Aptos" pitchFamily="34" charset="-120"/>
              </a:rPr>
              <a:t>Preserve systems of record, renew the estate progressively, and avoid a one-size-fits-all mainframe exit.</a:t>
            </a:r>
            <a:endParaRPr lang="en-US" sz="1200" dirty="0">
              <a:solidFill>
                <a:prstClr val="black"/>
              </a:solidFill>
              <a:latin typeface="Ubuntu" panose="020B0504030602030204" pitchFamily="34" charset="0"/>
            </a:endParaRPr>
          </a:p>
        </p:txBody>
      </p:sp>
      <p:sp>
        <p:nvSpPr>
          <p:cNvPr id="176" name="Shape 12">
            <a:extLst>
              <a:ext uri="{FF2B5EF4-FFF2-40B4-BE49-F238E27FC236}">
                <a16:creationId xmlns:a16="http://schemas.microsoft.com/office/drawing/2014/main" id="{D3F48B7F-60EE-8153-412D-B60B311ED9D4}"/>
              </a:ext>
            </a:extLst>
          </p:cNvPr>
          <p:cNvSpPr/>
          <p:nvPr/>
        </p:nvSpPr>
        <p:spPr>
          <a:xfrm>
            <a:off x="706896" y="4378437"/>
            <a:ext cx="2304288" cy="1"/>
          </a:xfrm>
          <a:prstGeom prst="line">
            <a:avLst/>
          </a:prstGeom>
          <a:noFill/>
          <a:ln w="12700">
            <a:solidFill>
              <a:srgbClr val="85A8C3">
                <a:alpha val="35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178" name="Shape 27">
            <a:extLst>
              <a:ext uri="{FF2B5EF4-FFF2-40B4-BE49-F238E27FC236}">
                <a16:creationId xmlns:a16="http://schemas.microsoft.com/office/drawing/2014/main" id="{DABA0D47-455E-AEB4-8AF3-D5106CE1C2C1}"/>
              </a:ext>
            </a:extLst>
          </p:cNvPr>
          <p:cNvSpPr/>
          <p:nvPr/>
        </p:nvSpPr>
        <p:spPr>
          <a:xfrm>
            <a:off x="3550680" y="4378437"/>
            <a:ext cx="2304288" cy="1"/>
          </a:xfrm>
          <a:prstGeom prst="line">
            <a:avLst/>
          </a:prstGeom>
          <a:noFill/>
          <a:ln w="12700">
            <a:solidFill>
              <a:srgbClr val="85A8C3">
                <a:alpha val="35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182" name="Shape 42">
            <a:extLst>
              <a:ext uri="{FF2B5EF4-FFF2-40B4-BE49-F238E27FC236}">
                <a16:creationId xmlns:a16="http://schemas.microsoft.com/office/drawing/2014/main" id="{AE2933B8-0C15-731C-6AB9-34886D34B9A2}"/>
              </a:ext>
            </a:extLst>
          </p:cNvPr>
          <p:cNvSpPr/>
          <p:nvPr/>
        </p:nvSpPr>
        <p:spPr>
          <a:xfrm>
            <a:off x="6394464" y="4378437"/>
            <a:ext cx="2304288" cy="1"/>
          </a:xfrm>
          <a:prstGeom prst="line">
            <a:avLst/>
          </a:prstGeom>
          <a:noFill/>
          <a:ln w="12700">
            <a:solidFill>
              <a:srgbClr val="85A8C3">
                <a:alpha val="35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186" name="Shape 59">
            <a:extLst>
              <a:ext uri="{FF2B5EF4-FFF2-40B4-BE49-F238E27FC236}">
                <a16:creationId xmlns:a16="http://schemas.microsoft.com/office/drawing/2014/main" id="{C8A8B755-585A-04D0-AD6D-EACA8ABBA2D1}"/>
              </a:ext>
            </a:extLst>
          </p:cNvPr>
          <p:cNvSpPr/>
          <p:nvPr/>
        </p:nvSpPr>
        <p:spPr>
          <a:xfrm>
            <a:off x="9238248" y="4378437"/>
            <a:ext cx="2304288" cy="1"/>
          </a:xfrm>
          <a:prstGeom prst="line">
            <a:avLst/>
          </a:prstGeom>
          <a:noFill/>
          <a:ln w="12700">
            <a:solidFill>
              <a:srgbClr val="85A8C3">
                <a:alpha val="35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188" name="Rectangle: Rounded Corners 187">
            <a:extLst>
              <a:ext uri="{FF2B5EF4-FFF2-40B4-BE49-F238E27FC236}">
                <a16:creationId xmlns:a16="http://schemas.microsoft.com/office/drawing/2014/main" id="{075DA96D-0071-28BA-CFD1-FF058CD4A7E1}"/>
              </a:ext>
            </a:extLst>
          </p:cNvPr>
          <p:cNvSpPr/>
          <p:nvPr/>
        </p:nvSpPr>
        <p:spPr>
          <a:xfrm>
            <a:off x="515086" y="1464787"/>
            <a:ext cx="1797518" cy="315278"/>
          </a:xfrm>
          <a:prstGeom prst="roundRect">
            <a:avLst/>
          </a:prstGeom>
          <a:solidFill>
            <a:schemeClr val="tx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50" b="1" i="0" u="none" strike="noStrike" kern="1200" cap="none" spc="0" normalizeH="0" baseline="0" noProof="0" dirty="0">
                <a:ln>
                  <a:noFill/>
                </a:ln>
                <a:solidFill>
                  <a:srgbClr val="FFFFFF"/>
                </a:solidFill>
                <a:effectLst/>
                <a:uLnTx/>
                <a:uFillTx/>
                <a:latin typeface="Ubuntu" panose="020B0504030602030204" pitchFamily="34" charset="0"/>
                <a:ea typeface="+mn-ea"/>
                <a:cs typeface="+mn-cs"/>
              </a:rPr>
              <a:t>Skills Scarcity (Retiring SMEs)</a:t>
            </a:r>
          </a:p>
        </p:txBody>
      </p:sp>
      <p:sp>
        <p:nvSpPr>
          <p:cNvPr id="192" name="Rectangle: Rounded Corners 191">
            <a:extLst>
              <a:ext uri="{FF2B5EF4-FFF2-40B4-BE49-F238E27FC236}">
                <a16:creationId xmlns:a16="http://schemas.microsoft.com/office/drawing/2014/main" id="{51FC60F7-7F13-0764-172F-2D2DB414F8BC}"/>
              </a:ext>
            </a:extLst>
          </p:cNvPr>
          <p:cNvSpPr/>
          <p:nvPr/>
        </p:nvSpPr>
        <p:spPr>
          <a:xfrm>
            <a:off x="2461747" y="1464787"/>
            <a:ext cx="2740966" cy="315278"/>
          </a:xfrm>
          <a:prstGeom prst="roundRect">
            <a:avLst/>
          </a:prstGeom>
          <a:solidFill>
            <a:schemeClr val="tx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1" i="0" u="none" strike="noStrike" kern="1200" cap="none" spc="0" normalizeH="0" baseline="0" noProof="0" dirty="0">
                <a:ln>
                  <a:noFill/>
                </a:ln>
                <a:solidFill>
                  <a:srgbClr val="FFFFFF"/>
                </a:solidFill>
                <a:effectLst/>
                <a:uLnTx/>
                <a:uFillTx/>
                <a:latin typeface="Ubuntu" panose="020B0504030602030204" pitchFamily="34" charset="0"/>
                <a:ea typeface="+mn-ea"/>
                <a:cs typeface="+mn-cs"/>
              </a:rPr>
              <a:t>Limited Documentation and business rules are in fragmented state, hard coded</a:t>
            </a:r>
          </a:p>
        </p:txBody>
      </p:sp>
      <p:sp>
        <p:nvSpPr>
          <p:cNvPr id="196" name="Rectangle: Rounded Corners 195">
            <a:extLst>
              <a:ext uri="{FF2B5EF4-FFF2-40B4-BE49-F238E27FC236}">
                <a16:creationId xmlns:a16="http://schemas.microsoft.com/office/drawing/2014/main" id="{A9516F54-9FE1-FD35-6914-38AB0C3B1EB3}"/>
              </a:ext>
            </a:extLst>
          </p:cNvPr>
          <p:cNvSpPr/>
          <p:nvPr/>
        </p:nvSpPr>
        <p:spPr>
          <a:xfrm>
            <a:off x="5351856" y="1464787"/>
            <a:ext cx="2082209" cy="327441"/>
          </a:xfrm>
          <a:prstGeom prst="roundRect">
            <a:avLst/>
          </a:prstGeom>
          <a:solidFill>
            <a:schemeClr val="tx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FFFFFF"/>
                </a:solidFill>
                <a:effectLst/>
                <a:uLnTx/>
                <a:uFillTx/>
                <a:latin typeface="Ubuntu" panose="020B0504030602030204" pitchFamily="34" charset="0"/>
                <a:ea typeface="+mn-ea"/>
                <a:cs typeface="+mn-cs"/>
              </a:rPr>
              <a:t>Legacy and Distributed System Interconnectedness</a:t>
            </a:r>
          </a:p>
        </p:txBody>
      </p:sp>
      <p:sp>
        <p:nvSpPr>
          <p:cNvPr id="198" name="Rectangle: Rounded Corners 197">
            <a:extLst>
              <a:ext uri="{FF2B5EF4-FFF2-40B4-BE49-F238E27FC236}">
                <a16:creationId xmlns:a16="http://schemas.microsoft.com/office/drawing/2014/main" id="{F08C3088-7CC8-EB2E-7A48-4C6F68FB26CF}"/>
              </a:ext>
            </a:extLst>
          </p:cNvPr>
          <p:cNvSpPr/>
          <p:nvPr/>
        </p:nvSpPr>
        <p:spPr>
          <a:xfrm>
            <a:off x="9814560" y="1464787"/>
            <a:ext cx="1879198" cy="315278"/>
          </a:xfrm>
          <a:prstGeom prst="roundRect">
            <a:avLst/>
          </a:prstGeom>
          <a:solidFill>
            <a:schemeClr val="tx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50" b="1" i="0" u="none" strike="noStrike" kern="1200" cap="none" spc="0" normalizeH="0" baseline="0" noProof="0" dirty="0">
                <a:ln>
                  <a:noFill/>
                </a:ln>
                <a:solidFill>
                  <a:srgbClr val="FFFFFF"/>
                </a:solidFill>
                <a:effectLst/>
                <a:uLnTx/>
                <a:uFillTx/>
                <a:latin typeface="Ubuntu" panose="020B0504030602030204" pitchFamily="34" charset="0"/>
                <a:ea typeface="+mn-ea"/>
                <a:cs typeface="+mn-cs"/>
              </a:rPr>
              <a:t>High Change volume of COBOL</a:t>
            </a:r>
            <a:endParaRPr kumimoji="0" lang="en-US" sz="1050" b="1" i="0" u="none" strike="noStrike" kern="1200" cap="none" spc="0" normalizeH="0" baseline="0" noProof="0" dirty="0">
              <a:ln>
                <a:noFill/>
              </a:ln>
              <a:solidFill>
                <a:srgbClr val="FFFFFF"/>
              </a:solidFill>
              <a:effectLst/>
              <a:uLnTx/>
              <a:uFillTx/>
              <a:latin typeface="Ubuntu" panose="020B0504030602030204" pitchFamily="34" charset="0"/>
              <a:ea typeface="+mn-ea"/>
              <a:cs typeface="+mn-cs"/>
            </a:endParaRPr>
          </a:p>
        </p:txBody>
      </p:sp>
      <p:sp>
        <p:nvSpPr>
          <p:cNvPr id="200" name="Text 14">
            <a:extLst>
              <a:ext uri="{FF2B5EF4-FFF2-40B4-BE49-F238E27FC236}">
                <a16:creationId xmlns:a16="http://schemas.microsoft.com/office/drawing/2014/main" id="{9BF277ED-BB01-9977-4C82-F47A6007E639}"/>
              </a:ext>
            </a:extLst>
          </p:cNvPr>
          <p:cNvSpPr/>
          <p:nvPr/>
        </p:nvSpPr>
        <p:spPr>
          <a:xfrm>
            <a:off x="714700" y="4439323"/>
            <a:ext cx="2112264" cy="283464"/>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E6F0F7"/>
                </a:solidFill>
                <a:effectLst/>
                <a:uLnTx/>
                <a:uFillTx/>
                <a:latin typeface="Ubuntu" panose="020B0504030602030204" pitchFamily="34" charset="0"/>
                <a:ea typeface="Aptos" pitchFamily="34" charset="-122"/>
                <a:cs typeface="Aptos" pitchFamily="34" charset="-120"/>
              </a:rPr>
              <a:t>Indicative Applications –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FFFFFF"/>
                </a:solidFill>
                <a:effectLst/>
                <a:uLnTx/>
                <a:uFillTx/>
                <a:latin typeface="Ubuntu" panose="020B0504030602030204" pitchFamily="34" charset="0"/>
                <a:ea typeface="+mn-ea"/>
                <a:cs typeface="+mn-cs"/>
              </a:rPr>
              <a:t>Entire Landscape – 26 MF &amp; 2 AS400 APPS</a:t>
            </a:r>
          </a:p>
        </p:txBody>
      </p:sp>
      <p:sp>
        <p:nvSpPr>
          <p:cNvPr id="202" name="Text 14">
            <a:extLst>
              <a:ext uri="{FF2B5EF4-FFF2-40B4-BE49-F238E27FC236}">
                <a16:creationId xmlns:a16="http://schemas.microsoft.com/office/drawing/2014/main" id="{50F66C59-16A5-F7BA-D62F-75FA2267C1D9}"/>
              </a:ext>
            </a:extLst>
          </p:cNvPr>
          <p:cNvSpPr/>
          <p:nvPr/>
        </p:nvSpPr>
        <p:spPr>
          <a:xfrm>
            <a:off x="3532392" y="4620082"/>
            <a:ext cx="2408244" cy="283464"/>
          </a:xfrm>
          <a:prstGeom prst="rect">
            <a:avLst/>
          </a:prstGeom>
          <a:noFill/>
          <a:ln/>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E6F0F7"/>
                </a:solidFill>
                <a:effectLst/>
                <a:uLnTx/>
                <a:uFillTx/>
                <a:latin typeface="Ubuntu" panose="020B0504030602030204" pitchFamily="34" charset="0"/>
                <a:ea typeface="Aptos" pitchFamily="34" charset="-122"/>
                <a:cs typeface="Aptos" pitchFamily="34" charset="-120"/>
              </a:rPr>
              <a:t>Indicative Applications – </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800" b="0" i="0" u="none" strike="noStrike" kern="1200" cap="none" spc="0" normalizeH="0" baseline="0" noProof="0" dirty="0" err="1">
                <a:ln>
                  <a:noFill/>
                </a:ln>
                <a:solidFill>
                  <a:srgbClr val="FFFFFF"/>
                </a:solidFill>
                <a:effectLst/>
                <a:uLnTx/>
                <a:uFillTx/>
                <a:latin typeface="Ubuntu" panose="020B0504030602030204" pitchFamily="34" charset="0"/>
                <a:ea typeface="+mn-ea"/>
                <a:cs typeface="+mn-cs"/>
              </a:rPr>
              <a:t>LifeComm</a:t>
            </a:r>
            <a:r>
              <a:rPr kumimoji="0" lang="en-US" sz="800" b="0" i="0" u="none" strike="noStrike" kern="1200" cap="none" spc="0" normalizeH="0" baseline="0" noProof="0" dirty="0">
                <a:ln>
                  <a:noFill/>
                </a:ln>
                <a:solidFill>
                  <a:srgbClr val="FFFFFF"/>
                </a:solidFill>
                <a:effectLst/>
                <a:uLnTx/>
                <a:uFillTx/>
                <a:latin typeface="Ubuntu" panose="020B0504030602030204" pitchFamily="34" charset="0"/>
                <a:ea typeface="+mn-ea"/>
                <a:cs typeface="+mn-cs"/>
              </a:rPr>
              <a:t> core with active Assembler development, COBOL enhancements</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800" b="0" i="0" u="none" strike="noStrike" kern="1200" cap="none" spc="0" normalizeH="0" baseline="0" noProof="0" dirty="0">
                <a:ln>
                  <a:noFill/>
                </a:ln>
                <a:solidFill>
                  <a:srgbClr val="FFFFFF"/>
                </a:solidFill>
                <a:effectLst/>
                <a:uLnTx/>
                <a:uFillTx/>
                <a:latin typeface="Ubuntu" panose="020B0504030602030204" pitchFamily="34" charset="0"/>
                <a:ea typeface="+mn-ea"/>
                <a:cs typeface="+mn-cs"/>
              </a:rPr>
              <a:t>Non-</a:t>
            </a:r>
            <a:r>
              <a:rPr kumimoji="0" lang="en-US" sz="800" b="0" i="0" u="none" strike="noStrike" kern="1200" cap="none" spc="0" normalizeH="0" baseline="0" noProof="0" dirty="0" err="1">
                <a:ln>
                  <a:noFill/>
                </a:ln>
                <a:solidFill>
                  <a:srgbClr val="FFFFFF"/>
                </a:solidFill>
                <a:effectLst/>
                <a:uLnTx/>
                <a:uFillTx/>
                <a:latin typeface="Ubuntu" panose="020B0504030602030204" pitchFamily="34" charset="0"/>
                <a:ea typeface="+mn-ea"/>
                <a:cs typeface="+mn-cs"/>
              </a:rPr>
              <a:t>LifeComm</a:t>
            </a:r>
            <a:r>
              <a:rPr kumimoji="0" lang="en-US" sz="800" b="0" i="0" u="none" strike="noStrike" kern="1200" cap="none" spc="0" normalizeH="0" baseline="0" noProof="0" dirty="0">
                <a:ln>
                  <a:noFill/>
                </a:ln>
                <a:solidFill>
                  <a:srgbClr val="FFFFFF"/>
                </a:solidFill>
                <a:effectLst/>
                <a:uLnTx/>
                <a:uFillTx/>
                <a:latin typeface="Ubuntu" panose="020B0504030602030204" pitchFamily="34" charset="0"/>
                <a:ea typeface="+mn-ea"/>
                <a:cs typeface="+mn-cs"/>
              </a:rPr>
              <a:t> package-based Mainframe</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800" b="0" i="0" u="none" strike="noStrike" kern="1200" cap="none" spc="0" normalizeH="0" baseline="0" noProof="0" dirty="0">
                <a:ln>
                  <a:noFill/>
                </a:ln>
                <a:solidFill>
                  <a:srgbClr val="FFFFFF"/>
                </a:solidFill>
                <a:effectLst/>
                <a:uLnTx/>
                <a:uFillTx/>
                <a:latin typeface="Ubuntu" panose="020B0504030602030204" pitchFamily="34" charset="0"/>
                <a:ea typeface="+mn-ea"/>
                <a:cs typeface="+mn-cs"/>
              </a:rPr>
              <a:t>AS400 applications </a:t>
            </a:r>
          </a:p>
        </p:txBody>
      </p:sp>
      <p:sp>
        <p:nvSpPr>
          <p:cNvPr id="204" name="Text 14">
            <a:extLst>
              <a:ext uri="{FF2B5EF4-FFF2-40B4-BE49-F238E27FC236}">
                <a16:creationId xmlns:a16="http://schemas.microsoft.com/office/drawing/2014/main" id="{CB402F44-584A-F9E8-BA95-6A0F01FC9884}"/>
              </a:ext>
            </a:extLst>
          </p:cNvPr>
          <p:cNvSpPr/>
          <p:nvPr/>
        </p:nvSpPr>
        <p:spPr>
          <a:xfrm>
            <a:off x="6394464" y="4548076"/>
            <a:ext cx="2112264" cy="283464"/>
          </a:xfrm>
          <a:prstGeom prst="rect">
            <a:avLst/>
          </a:prstGeom>
          <a:noFill/>
          <a:ln/>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E6F0F7"/>
                </a:solidFill>
                <a:effectLst/>
                <a:uLnTx/>
                <a:uFillTx/>
                <a:latin typeface="Ubuntu" panose="020B0504030602030204" pitchFamily="34" charset="0"/>
                <a:ea typeface="Aptos" pitchFamily="34" charset="-122"/>
                <a:cs typeface="Aptos" pitchFamily="34" charset="-120"/>
              </a:rPr>
              <a:t>Indicative Applications – </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800" b="0" i="0" u="none" strike="noStrike" kern="1200" cap="none" spc="0" normalizeH="0" baseline="0" noProof="0" dirty="0">
                <a:ln>
                  <a:noFill/>
                </a:ln>
                <a:solidFill>
                  <a:srgbClr val="FFFFFF"/>
                </a:solidFill>
                <a:effectLst/>
                <a:uLnTx/>
                <a:uFillTx/>
                <a:latin typeface="Ubuntu" panose="020B0504030602030204" pitchFamily="34" charset="0"/>
                <a:ea typeface="+mn-ea"/>
                <a:cs typeface="+mn-cs"/>
              </a:rPr>
              <a:t>As400 apps</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800" b="0" i="0" u="none" strike="noStrike" kern="1200" cap="none" spc="0" normalizeH="0" baseline="0" noProof="0" dirty="0">
                <a:ln>
                  <a:noFill/>
                </a:ln>
                <a:solidFill>
                  <a:srgbClr val="FFFFFF"/>
                </a:solidFill>
                <a:effectLst/>
                <a:uLnTx/>
                <a:uFillTx/>
                <a:latin typeface="Ubuntu" panose="020B0504030602030204" pitchFamily="34" charset="0"/>
                <a:ea typeface="+mn-ea"/>
                <a:cs typeface="+mn-cs"/>
              </a:rPr>
              <a:t>Mainframe interface, bridge and gateway applications</a:t>
            </a:r>
          </a:p>
        </p:txBody>
      </p:sp>
      <p:sp>
        <p:nvSpPr>
          <p:cNvPr id="206" name="Text 4">
            <a:extLst>
              <a:ext uri="{FF2B5EF4-FFF2-40B4-BE49-F238E27FC236}">
                <a16:creationId xmlns:a16="http://schemas.microsoft.com/office/drawing/2014/main" id="{11B68CB8-2284-78E9-595A-45AE751ADD2B}"/>
              </a:ext>
            </a:extLst>
          </p:cNvPr>
          <p:cNvSpPr/>
          <p:nvPr/>
        </p:nvSpPr>
        <p:spPr>
          <a:xfrm>
            <a:off x="533558" y="807905"/>
            <a:ext cx="1088136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C9D8E8"/>
                </a:solidFill>
                <a:effectLst/>
                <a:uLnTx/>
                <a:uFillTx/>
                <a:latin typeface="Ubuntu" panose="020B0504030602030204" pitchFamily="34" charset="0"/>
                <a:ea typeface="Aptos" pitchFamily="34" charset="-122"/>
                <a:cs typeface="Aptos" pitchFamily="34" charset="-120"/>
              </a:rPr>
              <a:t>Optimize first, modernize in place, and selective exit only where the business case supports it.</a:t>
            </a:r>
            <a:endParaRPr kumimoji="0" lang="en-US" sz="1200" b="0" i="1" u="none" strike="noStrike" kern="1200" cap="none" spc="0" normalizeH="0" baseline="0" noProof="0" dirty="0">
              <a:ln>
                <a:noFill/>
              </a:ln>
              <a:solidFill>
                <a:prstClr val="black"/>
              </a:solidFill>
              <a:effectLst/>
              <a:uLnTx/>
              <a:uFillTx/>
              <a:latin typeface="Ubuntu" panose="020B0504030602030204" pitchFamily="34" charset="0"/>
              <a:ea typeface="+mn-ea"/>
              <a:cs typeface="+mn-cs"/>
            </a:endParaRPr>
          </a:p>
        </p:txBody>
      </p:sp>
      <p:sp>
        <p:nvSpPr>
          <p:cNvPr id="208" name="Text 10">
            <a:extLst>
              <a:ext uri="{FF2B5EF4-FFF2-40B4-BE49-F238E27FC236}">
                <a16:creationId xmlns:a16="http://schemas.microsoft.com/office/drawing/2014/main" id="{1B673F10-3B6E-A417-924D-C0B8C021FDD0}"/>
              </a:ext>
            </a:extLst>
          </p:cNvPr>
          <p:cNvSpPr/>
          <p:nvPr/>
        </p:nvSpPr>
        <p:spPr>
          <a:xfrm>
            <a:off x="526980" y="924372"/>
            <a:ext cx="2304288" cy="6766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Ubuntu" panose="020B0504030602030204" pitchFamily="34" charset="0"/>
                <a:ea typeface="Aptos Display" pitchFamily="34" charset="-122"/>
                <a:cs typeface="Aptos Display" pitchFamily="34" charset="-120"/>
              </a:rPr>
              <a:t>Challenges</a:t>
            </a:r>
            <a:endParaRPr kumimoji="0" lang="en-US" sz="1600" b="0" i="0" u="none" strike="noStrike" kern="1200" cap="none" spc="0" normalizeH="0" baseline="0" noProof="0" dirty="0">
              <a:ln>
                <a:noFill/>
              </a:ln>
              <a:solidFill>
                <a:prstClr val="black"/>
              </a:solidFill>
              <a:effectLst/>
              <a:uLnTx/>
              <a:uFillTx/>
              <a:latin typeface="Ubuntu" panose="020B0504030602030204" pitchFamily="34" charset="0"/>
              <a:ea typeface="+mn-ea"/>
              <a:cs typeface="+mn-cs"/>
            </a:endParaRPr>
          </a:p>
        </p:txBody>
      </p:sp>
      <p:sp>
        <p:nvSpPr>
          <p:cNvPr id="13" name="Rectangle: Rounded Corners 12">
            <a:extLst>
              <a:ext uri="{FF2B5EF4-FFF2-40B4-BE49-F238E27FC236}">
                <a16:creationId xmlns:a16="http://schemas.microsoft.com/office/drawing/2014/main" id="{CA1F0B16-BC2B-3A78-7C7E-7F9AE31F499E}"/>
              </a:ext>
            </a:extLst>
          </p:cNvPr>
          <p:cNvSpPr/>
          <p:nvPr/>
        </p:nvSpPr>
        <p:spPr>
          <a:xfrm>
            <a:off x="3600250" y="2006483"/>
            <a:ext cx="2160000" cy="180000"/>
          </a:xfrm>
          <a:prstGeom prst="roundRect">
            <a:avLst>
              <a:gd name="adj" fmla="val 50000"/>
            </a:avLst>
          </a:prstGeom>
          <a:solidFill>
            <a:srgbClr val="0070AD"/>
          </a:solidFill>
        </p:spPr>
        <p:txBody>
          <a:bodyPr wrap="square" lIns="72000" tIns="0" rIns="0" bIns="0" anchor="ctr">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IN" sz="1200" b="1" i="0" u="none" strike="noStrike" kern="1200" cap="none" spc="0" normalizeH="0" baseline="0" noProof="0" dirty="0">
                <a:ln>
                  <a:noFill/>
                </a:ln>
                <a:solidFill>
                  <a:srgbClr val="FFFFFF"/>
                </a:solidFill>
                <a:effectLst/>
                <a:uLnTx/>
                <a:uFillTx/>
                <a:latin typeface="Ubuntu"/>
                <a:ea typeface="+mn-ea"/>
                <a:cs typeface="+mn-cs"/>
              </a:rPr>
              <a:t>Short Term</a:t>
            </a:r>
          </a:p>
        </p:txBody>
      </p:sp>
      <p:sp>
        <p:nvSpPr>
          <p:cNvPr id="16" name="Rectangle: Rounded Corners 15">
            <a:extLst>
              <a:ext uri="{FF2B5EF4-FFF2-40B4-BE49-F238E27FC236}">
                <a16:creationId xmlns:a16="http://schemas.microsoft.com/office/drawing/2014/main" id="{11FBB128-7771-F278-DF12-AE3963D97EE9}"/>
              </a:ext>
            </a:extLst>
          </p:cNvPr>
          <p:cNvSpPr/>
          <p:nvPr/>
        </p:nvSpPr>
        <p:spPr>
          <a:xfrm>
            <a:off x="6485015" y="2006483"/>
            <a:ext cx="2160000" cy="180000"/>
          </a:xfrm>
          <a:prstGeom prst="roundRect">
            <a:avLst>
              <a:gd name="adj" fmla="val 50000"/>
            </a:avLst>
          </a:prstGeom>
          <a:solidFill>
            <a:srgbClr val="0070AD"/>
          </a:solidFill>
        </p:spPr>
        <p:txBody>
          <a:bodyPr wrap="square" lIns="72000" tIns="0" rIns="0" bIns="0" anchor="ctr">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IN" sz="1200" b="1" i="0" u="none" strike="noStrike" kern="1200" cap="none" spc="0" normalizeH="0" baseline="0" noProof="0" dirty="0">
                <a:ln>
                  <a:noFill/>
                </a:ln>
                <a:solidFill>
                  <a:srgbClr val="FFFFFF"/>
                </a:solidFill>
                <a:effectLst/>
                <a:uLnTx/>
                <a:uFillTx/>
                <a:latin typeface="Ubuntu"/>
                <a:ea typeface="+mn-ea"/>
                <a:cs typeface="+mn-cs"/>
              </a:rPr>
              <a:t>Mid Term</a:t>
            </a:r>
          </a:p>
        </p:txBody>
      </p:sp>
      <p:sp>
        <p:nvSpPr>
          <p:cNvPr id="18" name="Rectangle: Rounded Corners 17">
            <a:extLst>
              <a:ext uri="{FF2B5EF4-FFF2-40B4-BE49-F238E27FC236}">
                <a16:creationId xmlns:a16="http://schemas.microsoft.com/office/drawing/2014/main" id="{E4C6AC63-F502-F2E5-2E42-3E3B3A5AAFBB}"/>
              </a:ext>
            </a:extLst>
          </p:cNvPr>
          <p:cNvSpPr/>
          <p:nvPr/>
        </p:nvSpPr>
        <p:spPr>
          <a:xfrm>
            <a:off x="9253720" y="2006483"/>
            <a:ext cx="2160000" cy="180000"/>
          </a:xfrm>
          <a:prstGeom prst="roundRect">
            <a:avLst>
              <a:gd name="adj" fmla="val 50000"/>
            </a:avLst>
          </a:prstGeom>
          <a:solidFill>
            <a:schemeClr val="accent4"/>
          </a:solidFill>
        </p:spPr>
        <p:txBody>
          <a:bodyPr wrap="square" lIns="72000" tIns="0" rIns="0" bIns="0" anchor="ctr">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IN" sz="1200" b="1" i="0" u="none" strike="noStrike" kern="1200" cap="none" spc="0" normalizeH="0" baseline="0" noProof="0" dirty="0">
                <a:ln>
                  <a:noFill/>
                </a:ln>
                <a:solidFill>
                  <a:srgbClr val="FFFFFF"/>
                </a:solidFill>
                <a:effectLst/>
                <a:uLnTx/>
                <a:uFillTx/>
                <a:latin typeface="Ubuntu"/>
                <a:ea typeface="+mn-ea"/>
                <a:cs typeface="+mn-cs"/>
              </a:rPr>
              <a:t>Long Term (Optional)</a:t>
            </a:r>
          </a:p>
        </p:txBody>
      </p:sp>
      <p:pic>
        <p:nvPicPr>
          <p:cNvPr id="5" name="Graphic 4" descr="Lights On with solid fill">
            <a:extLst>
              <a:ext uri="{FF2B5EF4-FFF2-40B4-BE49-F238E27FC236}">
                <a16:creationId xmlns:a16="http://schemas.microsoft.com/office/drawing/2014/main" id="{07D0842A-5BAC-A587-94A6-230700C41E6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363824" y="5926758"/>
            <a:ext cx="320847" cy="320847"/>
          </a:xfrm>
          <a:prstGeom prst="rect">
            <a:avLst/>
          </a:prstGeom>
        </p:spPr>
      </p:pic>
      <p:sp>
        <p:nvSpPr>
          <p:cNvPr id="9" name="Rectangle 8">
            <a:extLst>
              <a:ext uri="{FF2B5EF4-FFF2-40B4-BE49-F238E27FC236}">
                <a16:creationId xmlns:a16="http://schemas.microsoft.com/office/drawing/2014/main" id="{25D40FD4-97F8-525A-EC4C-347E0D0D652F}"/>
              </a:ext>
            </a:extLst>
          </p:cNvPr>
          <p:cNvSpPr/>
          <p:nvPr/>
        </p:nvSpPr>
        <p:spPr>
          <a:xfrm rot="20158004">
            <a:off x="371134" y="2180146"/>
            <a:ext cx="903767" cy="242371"/>
          </a:xfrm>
          <a:prstGeom prst="rect">
            <a:avLst/>
          </a:prstGeom>
          <a:solidFill>
            <a:srgbClr val="92D050"/>
          </a:solidFill>
          <a:ln w="9525">
            <a:noFill/>
            <a:prstDash val="soli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1" i="0" u="none" strike="noStrike" kern="1200" cap="none" spc="0" normalizeH="0" baseline="0" noProof="0" dirty="0">
                <a:ln>
                  <a:noFill/>
                </a:ln>
                <a:solidFill>
                  <a:srgbClr val="FFFFFF"/>
                </a:solidFill>
                <a:effectLst/>
                <a:uLnTx/>
                <a:uFillTx/>
                <a:latin typeface="Ubuntu"/>
                <a:ea typeface="+mn-ea"/>
                <a:cs typeface="+mn-cs"/>
              </a:rPr>
              <a:t>FIRST STEP</a:t>
            </a:r>
          </a:p>
        </p:txBody>
      </p:sp>
      <p:sp>
        <p:nvSpPr>
          <p:cNvPr id="17" name="Rectangle: Rounded Corners 16">
            <a:extLst>
              <a:ext uri="{FF2B5EF4-FFF2-40B4-BE49-F238E27FC236}">
                <a16:creationId xmlns:a16="http://schemas.microsoft.com/office/drawing/2014/main" id="{A0C753AA-1253-2BFE-C921-EE744E40FD19}"/>
              </a:ext>
            </a:extLst>
          </p:cNvPr>
          <p:cNvSpPr/>
          <p:nvPr/>
        </p:nvSpPr>
        <p:spPr>
          <a:xfrm>
            <a:off x="7583208" y="1464787"/>
            <a:ext cx="2082209" cy="327441"/>
          </a:xfrm>
          <a:prstGeom prst="roundRect">
            <a:avLst/>
          </a:prstGeom>
          <a:solidFill>
            <a:schemeClr val="tx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FFFFFF"/>
                </a:solidFill>
                <a:effectLst/>
                <a:uLnTx/>
                <a:uFillTx/>
                <a:latin typeface="Ubuntu" panose="020B0504030602030204" pitchFamily="34" charset="0"/>
                <a:ea typeface="+mn-ea"/>
                <a:cs typeface="+mn-cs"/>
              </a:rPr>
              <a:t>Low productivity in Mainframe development</a:t>
            </a:r>
          </a:p>
        </p:txBody>
      </p:sp>
      <p:sp>
        <p:nvSpPr>
          <p:cNvPr id="62" name="Text 29">
            <a:extLst>
              <a:ext uri="{FF2B5EF4-FFF2-40B4-BE49-F238E27FC236}">
                <a16:creationId xmlns:a16="http://schemas.microsoft.com/office/drawing/2014/main" id="{0BEB0859-55F3-E9FF-79EB-3689F76F5540}"/>
              </a:ext>
            </a:extLst>
          </p:cNvPr>
          <p:cNvSpPr/>
          <p:nvPr/>
        </p:nvSpPr>
        <p:spPr>
          <a:xfrm>
            <a:off x="6568200" y="3915040"/>
            <a:ext cx="2112264" cy="283464"/>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E6F0F7"/>
                </a:solidFill>
                <a:effectLst/>
                <a:uLnTx/>
                <a:uFillTx/>
                <a:latin typeface="Ubuntu" panose="020B0504030602030204" pitchFamily="34" charset="0"/>
                <a:ea typeface="Aptos" pitchFamily="34" charset="-122"/>
                <a:cs typeface="Aptos" pitchFamily="34" charset="-120"/>
              </a:rPr>
              <a:t>Technical debt and MIPS reduction</a:t>
            </a:r>
            <a:endParaRPr kumimoji="0" lang="en-US" sz="900" b="0" i="0" u="none" strike="noStrike" kern="1200" cap="none" spc="0" normalizeH="0" baseline="0" noProof="0" dirty="0">
              <a:ln>
                <a:noFill/>
              </a:ln>
              <a:solidFill>
                <a:prstClr val="black"/>
              </a:solidFill>
              <a:effectLst/>
              <a:uLnTx/>
              <a:uFillTx/>
              <a:latin typeface="Ubuntu" panose="020B0504030602030204" pitchFamily="34" charset="0"/>
              <a:ea typeface="+mn-ea"/>
              <a:cs typeface="+mn-cs"/>
            </a:endParaRPr>
          </a:p>
        </p:txBody>
      </p:sp>
    </p:spTree>
    <p:extLst>
      <p:ext uri="{BB962C8B-B14F-4D97-AF65-F5344CB8AC3E}">
        <p14:creationId xmlns:p14="http://schemas.microsoft.com/office/powerpoint/2010/main" val="30852046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8A9938-7AB0-6577-FD72-B1AE09AE3288}"/>
            </a:ext>
          </a:extLst>
        </p:cNvPr>
        <p:cNvGrpSpPr/>
        <p:nvPr/>
      </p:nvGrpSpPr>
      <p:grpSpPr>
        <a:xfrm>
          <a:off x="0" y="0"/>
          <a:ext cx="0" cy="0"/>
          <a:chOff x="0" y="0"/>
          <a:chExt cx="0" cy="0"/>
        </a:xfrm>
      </p:grpSpPr>
      <p:graphicFrame>
        <p:nvGraphicFramePr>
          <p:cNvPr id="17" name="Table 16">
            <a:extLst>
              <a:ext uri="{FF2B5EF4-FFF2-40B4-BE49-F238E27FC236}">
                <a16:creationId xmlns:a16="http://schemas.microsoft.com/office/drawing/2014/main" id="{A36D36B0-86A6-5A83-BD28-A35DFC684114}"/>
              </a:ext>
            </a:extLst>
          </p:cNvPr>
          <p:cNvGraphicFramePr>
            <a:graphicFrameLocks noGrp="1"/>
          </p:cNvGraphicFramePr>
          <p:nvPr>
            <p:extLst>
              <p:ext uri="{D42A27DB-BD31-4B8C-83A1-F6EECF244321}">
                <p14:modId xmlns:p14="http://schemas.microsoft.com/office/powerpoint/2010/main" val="3024815844"/>
              </p:ext>
            </p:extLst>
          </p:nvPr>
        </p:nvGraphicFramePr>
        <p:xfrm>
          <a:off x="385233" y="396367"/>
          <a:ext cx="11319933" cy="6065265"/>
        </p:xfrm>
        <a:graphic>
          <a:graphicData uri="http://schemas.openxmlformats.org/drawingml/2006/table">
            <a:tbl>
              <a:tblPr/>
              <a:tblGrid>
                <a:gridCol w="1278122">
                  <a:extLst>
                    <a:ext uri="{9D8B030D-6E8A-4147-A177-3AD203B41FA5}">
                      <a16:colId xmlns:a16="http://schemas.microsoft.com/office/drawing/2014/main" val="949450581"/>
                    </a:ext>
                  </a:extLst>
                </a:gridCol>
                <a:gridCol w="2008361">
                  <a:extLst>
                    <a:ext uri="{9D8B030D-6E8A-4147-A177-3AD203B41FA5}">
                      <a16:colId xmlns:a16="http://schemas.microsoft.com/office/drawing/2014/main" val="2622710542"/>
                    </a:ext>
                  </a:extLst>
                </a:gridCol>
                <a:gridCol w="1316624">
                  <a:extLst>
                    <a:ext uri="{9D8B030D-6E8A-4147-A177-3AD203B41FA5}">
                      <a16:colId xmlns:a16="http://schemas.microsoft.com/office/drawing/2014/main" val="3074936145"/>
                    </a:ext>
                  </a:extLst>
                </a:gridCol>
                <a:gridCol w="6716826">
                  <a:extLst>
                    <a:ext uri="{9D8B030D-6E8A-4147-A177-3AD203B41FA5}">
                      <a16:colId xmlns:a16="http://schemas.microsoft.com/office/drawing/2014/main" val="1395957126"/>
                    </a:ext>
                  </a:extLst>
                </a:gridCol>
              </a:tblGrid>
              <a:tr h="466306">
                <a:tc>
                  <a:txBody>
                    <a:bodyPr/>
                    <a:lstStyle/>
                    <a:p>
                      <a:pPr>
                        <a:buNone/>
                      </a:pPr>
                      <a:r>
                        <a:rPr lang="en-IN" sz="1200" dirty="0">
                          <a:solidFill>
                            <a:schemeClr val="bg1"/>
                          </a:solidFill>
                          <a:effectLst/>
                          <a:latin typeface="Ubuntu" panose="020B0504030602030204" pitchFamily="34" charset="0"/>
                        </a:rPr>
                        <a:t>Application archetype</a:t>
                      </a:r>
                    </a:p>
                  </a:txBody>
                  <a:tcPr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0070C0"/>
                    </a:solidFill>
                  </a:tcPr>
                </a:tc>
                <a:tc>
                  <a:txBody>
                    <a:bodyPr/>
                    <a:lstStyle/>
                    <a:p>
                      <a:pPr>
                        <a:buNone/>
                      </a:pPr>
                      <a:r>
                        <a:rPr lang="en-IN" sz="1200" dirty="0">
                          <a:solidFill>
                            <a:schemeClr val="bg1"/>
                          </a:solidFill>
                          <a:effectLst/>
                          <a:latin typeface="Ubuntu" panose="020B0504030602030204" pitchFamily="34" charset="0"/>
                        </a:rPr>
                        <a:t>Indicative Applications</a:t>
                      </a:r>
                    </a:p>
                  </a:txBody>
                  <a:tcPr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0070C0"/>
                    </a:solidFill>
                  </a:tcPr>
                </a:tc>
                <a:tc>
                  <a:txBody>
                    <a:bodyPr/>
                    <a:lstStyle/>
                    <a:p>
                      <a:pPr>
                        <a:buNone/>
                      </a:pPr>
                      <a:r>
                        <a:rPr lang="en-IN" sz="1200" dirty="0">
                          <a:solidFill>
                            <a:schemeClr val="bg1"/>
                          </a:solidFill>
                          <a:effectLst/>
                          <a:latin typeface="Ubuntu" panose="020B0504030602030204" pitchFamily="34" charset="0"/>
                        </a:rPr>
                        <a:t>Solution theme</a:t>
                      </a:r>
                    </a:p>
                  </a:txBody>
                  <a:tcPr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0070C0"/>
                    </a:solidFill>
                  </a:tcPr>
                </a:tc>
                <a:tc>
                  <a:txBody>
                    <a:bodyPr/>
                    <a:lstStyle/>
                    <a:p>
                      <a:pPr>
                        <a:buNone/>
                      </a:pPr>
                      <a:r>
                        <a:rPr lang="en-IN" sz="1200" b="0" dirty="0">
                          <a:solidFill>
                            <a:schemeClr val="bg1"/>
                          </a:solidFill>
                          <a:effectLst/>
                          <a:latin typeface="Ubuntu" panose="020B0504030602030204" pitchFamily="34" charset="0"/>
                        </a:rPr>
                        <a:t>Rationale</a:t>
                      </a:r>
                    </a:p>
                  </a:txBody>
                  <a:tcPr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0070C0"/>
                    </a:solidFill>
                  </a:tcPr>
                </a:tc>
                <a:extLst>
                  <a:ext uri="{0D108BD9-81ED-4DB2-BD59-A6C34878D82A}">
                    <a16:rowId xmlns:a16="http://schemas.microsoft.com/office/drawing/2014/main" val="4017941787"/>
                  </a:ext>
                </a:extLst>
              </a:tr>
              <a:tr h="715002">
                <a:tc>
                  <a:txBody>
                    <a:bodyPr/>
                    <a:lstStyle/>
                    <a:p>
                      <a:pPr>
                        <a:buNone/>
                      </a:pPr>
                      <a:r>
                        <a:rPr lang="en-IN" sz="1000" b="0" dirty="0">
                          <a:solidFill>
                            <a:schemeClr val="bg1"/>
                          </a:solidFill>
                          <a:effectLst/>
                          <a:latin typeface="Ubuntu" panose="020B0504030602030204" pitchFamily="34" charset="0"/>
                        </a:rPr>
                        <a:t>All Mainframe and AS/400 applications</a:t>
                      </a:r>
                    </a:p>
                  </a:txBody>
                  <a:tcPr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tc>
                  <a:txBody>
                    <a:bodyPr/>
                    <a:lstStyle/>
                    <a:p>
                      <a:pPr>
                        <a:buNone/>
                      </a:pPr>
                      <a:r>
                        <a:rPr lang="en-IN" sz="1000" b="0" dirty="0">
                          <a:solidFill>
                            <a:schemeClr val="bg1"/>
                          </a:solidFill>
                          <a:effectLst/>
                          <a:latin typeface="Ubuntu" panose="020B0504030602030204" pitchFamily="34" charset="0"/>
                        </a:rPr>
                        <a:t>All 26 Mainframe and 2 AS/400 applications</a:t>
                      </a:r>
                    </a:p>
                  </a:txBody>
                  <a:tcPr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tc>
                  <a:txBody>
                    <a:bodyPr/>
                    <a:lstStyle/>
                    <a:p>
                      <a:pPr>
                        <a:buNone/>
                      </a:pPr>
                      <a:r>
                        <a:rPr lang="en-IN" sz="1000" b="0" dirty="0">
                          <a:solidFill>
                            <a:schemeClr val="bg1"/>
                          </a:solidFill>
                          <a:effectLst/>
                          <a:latin typeface="Ubuntu" panose="020B0504030602030204" pitchFamily="34" charset="0"/>
                        </a:rPr>
                        <a:t>Assess and Reverse Engineer</a:t>
                      </a:r>
                    </a:p>
                  </a:txBody>
                  <a:tcPr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92D050"/>
                    </a:solidFill>
                  </a:tcPr>
                </a:tc>
                <a:tc>
                  <a:txBody>
                    <a:bodyPr/>
                    <a:lstStyle/>
                    <a:p>
                      <a:pPr marL="171450" indent="-171450">
                        <a:buFont typeface="Wingdings" panose="05000000000000000000" pitchFamily="2" charset="2"/>
                        <a:buChar char="§"/>
                      </a:pPr>
                      <a:r>
                        <a:rPr lang="en-IN" sz="1000" b="0" dirty="0">
                          <a:solidFill>
                            <a:schemeClr val="bg1"/>
                          </a:solidFill>
                          <a:effectLst/>
                          <a:latin typeface="Ubuntu" panose="020B0504030602030204" pitchFamily="34" charset="0"/>
                        </a:rPr>
                        <a:t>A common assessment baseline is required to uncover business rules, code and data dependencies, interfaces, batch flows, technical debt and change hotspots that are not available in the inventory. </a:t>
                      </a:r>
                    </a:p>
                    <a:p>
                      <a:pPr marL="171450" indent="-171450">
                        <a:buFont typeface="Wingdings" panose="05000000000000000000" pitchFamily="2" charset="2"/>
                        <a:buChar char="§"/>
                      </a:pPr>
                      <a:r>
                        <a:rPr lang="en-IN" sz="1000" b="0" dirty="0">
                          <a:solidFill>
                            <a:schemeClr val="bg1"/>
                          </a:solidFill>
                          <a:effectLst/>
                          <a:latin typeface="Ubuntu" panose="020B0504030602030204" pitchFamily="34" charset="0"/>
                        </a:rPr>
                        <a:t>This establishes application archetypes and provides the evidence needed to confirm the appropriate optimization, in-place modernization or selective-exit treatment for each application.</a:t>
                      </a:r>
                    </a:p>
                  </a:txBody>
                  <a:tcPr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1357032454"/>
                  </a:ext>
                </a:extLst>
              </a:tr>
              <a:tr h="922116">
                <a:tc>
                  <a:txBody>
                    <a:bodyPr/>
                    <a:lstStyle/>
                    <a:p>
                      <a:pPr>
                        <a:buNone/>
                      </a:pPr>
                      <a:r>
                        <a:rPr lang="en-IN" sz="1000" b="0" dirty="0" err="1">
                          <a:solidFill>
                            <a:schemeClr val="bg1"/>
                          </a:solidFill>
                          <a:effectLst/>
                          <a:latin typeface="Ubuntu" panose="020B0504030602030204" pitchFamily="34" charset="0"/>
                        </a:rPr>
                        <a:t>LifeComm</a:t>
                      </a:r>
                      <a:r>
                        <a:rPr lang="en-IN" sz="1000" b="0" dirty="0">
                          <a:solidFill>
                            <a:schemeClr val="bg1"/>
                          </a:solidFill>
                          <a:effectLst/>
                          <a:latin typeface="Ubuntu" panose="020B0504030602030204" pitchFamily="34" charset="0"/>
                        </a:rPr>
                        <a:t> core with active Assembler</a:t>
                      </a:r>
                    </a:p>
                  </a:txBody>
                  <a:tcPr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tc>
                  <a:txBody>
                    <a:bodyPr/>
                    <a:lstStyle/>
                    <a:p>
                      <a:pPr>
                        <a:buNone/>
                      </a:pPr>
                      <a:r>
                        <a:rPr lang="en-IN" sz="1000" b="0" dirty="0">
                          <a:solidFill>
                            <a:schemeClr val="bg1"/>
                          </a:solidFill>
                          <a:effectLst/>
                          <a:latin typeface="Ubuntu" panose="020B0504030602030204" pitchFamily="34" charset="0"/>
                        </a:rPr>
                        <a:t>9796 </a:t>
                      </a:r>
                      <a:r>
                        <a:rPr lang="en-IN" sz="1000" b="0" dirty="0" err="1">
                          <a:solidFill>
                            <a:schemeClr val="bg1"/>
                          </a:solidFill>
                          <a:effectLst/>
                          <a:latin typeface="Ubuntu" panose="020B0504030602030204" pitchFamily="34" charset="0"/>
                        </a:rPr>
                        <a:t>LifeComm</a:t>
                      </a:r>
                      <a:r>
                        <a:rPr lang="en-IN" sz="1000" b="0" dirty="0">
                          <a:solidFill>
                            <a:schemeClr val="bg1"/>
                          </a:solidFill>
                          <a:effectLst/>
                          <a:latin typeface="Ubuntu" panose="020B0504030602030204" pitchFamily="34" charset="0"/>
                        </a:rPr>
                        <a:t> POSPMC; 9803 </a:t>
                      </a:r>
                      <a:r>
                        <a:rPr lang="en-IN" sz="1000" b="0" dirty="0" err="1">
                          <a:solidFill>
                            <a:schemeClr val="bg1"/>
                          </a:solidFill>
                          <a:effectLst/>
                          <a:latin typeface="Ubuntu" panose="020B0504030602030204" pitchFamily="34" charset="0"/>
                        </a:rPr>
                        <a:t>LifeComm</a:t>
                      </a:r>
                      <a:r>
                        <a:rPr lang="en-IN" sz="1000" b="0" dirty="0">
                          <a:solidFill>
                            <a:schemeClr val="bg1"/>
                          </a:solidFill>
                          <a:effectLst/>
                          <a:latin typeface="Ubuntu" panose="020B0504030602030204" pitchFamily="34" charset="0"/>
                        </a:rPr>
                        <a:t> UWI</a:t>
                      </a:r>
                    </a:p>
                  </a:txBody>
                  <a:tcPr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tc>
                  <a:txBody>
                    <a:bodyPr/>
                    <a:lstStyle/>
                    <a:p>
                      <a:pPr>
                        <a:buNone/>
                      </a:pPr>
                      <a:r>
                        <a:rPr lang="en-IN" sz="1000" b="0" dirty="0">
                          <a:solidFill>
                            <a:schemeClr val="bg1"/>
                          </a:solidFill>
                          <a:effectLst/>
                          <a:latin typeface="Ubuntu" panose="020B0504030602030204" pitchFamily="34" charset="0"/>
                        </a:rPr>
                        <a:t>In-place Optimization</a:t>
                      </a:r>
                    </a:p>
                  </a:txBody>
                  <a:tcPr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chemeClr val="accent1"/>
                    </a:solidFill>
                  </a:tcPr>
                </a:tc>
                <a:tc>
                  <a:txBody>
                    <a:bodyPr/>
                    <a:lstStyle/>
                    <a:p>
                      <a:pPr marL="171450" indent="-171450">
                        <a:buFont typeface="Wingdings" panose="05000000000000000000" pitchFamily="2" charset="2"/>
                        <a:buChar char="§"/>
                      </a:pPr>
                      <a:r>
                        <a:rPr lang="en-IN" sz="1000" b="0" dirty="0">
                          <a:solidFill>
                            <a:schemeClr val="bg1"/>
                          </a:solidFill>
                          <a:effectLst/>
                          <a:latin typeface="Ubuntu" panose="020B0504030602030204" pitchFamily="34" charset="0"/>
                        </a:rPr>
                        <a:t>These are critical </a:t>
                      </a:r>
                      <a:r>
                        <a:rPr lang="en-IN" sz="1000" b="0" dirty="0" err="1">
                          <a:solidFill>
                            <a:schemeClr val="bg1"/>
                          </a:solidFill>
                          <a:effectLst/>
                          <a:latin typeface="Ubuntu" panose="020B0504030602030204" pitchFamily="34" charset="0"/>
                        </a:rPr>
                        <a:t>LifeComm</a:t>
                      </a:r>
                      <a:r>
                        <a:rPr lang="en-IN" sz="1000" b="0" dirty="0">
                          <a:solidFill>
                            <a:schemeClr val="bg1"/>
                          </a:solidFill>
                          <a:effectLst/>
                          <a:latin typeface="Ubuntu" panose="020B0504030602030204" pitchFamily="34" charset="0"/>
                        </a:rPr>
                        <a:t>-based policy administration apps with active Assembler development for product changes and maintenance. </a:t>
                      </a:r>
                    </a:p>
                    <a:p>
                      <a:pPr marL="171450" indent="-171450">
                        <a:buFont typeface="Wingdings" panose="05000000000000000000" pitchFamily="2" charset="2"/>
                        <a:buChar char="§"/>
                      </a:pPr>
                      <a:r>
                        <a:rPr lang="en-IN" sz="1000" b="0" dirty="0">
                          <a:solidFill>
                            <a:schemeClr val="bg1"/>
                          </a:solidFill>
                          <a:effectLst/>
                          <a:latin typeface="Ubuntu" panose="020B0504030602030204" pitchFamily="34" charset="0"/>
                        </a:rPr>
                        <a:t>Their business criticality, package dependency and continued change demand make in-place optimization the lowest-risk treatment, focused on reducing MIPS, technical debt and Assembler maintenance effort without disrupting core policy processing.</a:t>
                      </a:r>
                    </a:p>
                  </a:txBody>
                  <a:tcPr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2098058727"/>
                  </a:ext>
                </a:extLst>
              </a:tr>
              <a:tr h="870437">
                <a:tc>
                  <a:txBody>
                    <a:bodyPr/>
                    <a:lstStyle/>
                    <a:p>
                      <a:pPr>
                        <a:buNone/>
                      </a:pPr>
                      <a:r>
                        <a:rPr lang="en-IN" sz="1000" b="0">
                          <a:solidFill>
                            <a:schemeClr val="bg1"/>
                          </a:solidFill>
                          <a:effectLst/>
                          <a:latin typeface="Ubuntu" panose="020B0504030602030204" pitchFamily="34" charset="0"/>
                        </a:rPr>
                        <a:t>LifeComm core with predominantly COBOL-based enhancement</a:t>
                      </a:r>
                    </a:p>
                  </a:txBody>
                  <a:tcPr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tc>
                  <a:txBody>
                    <a:bodyPr/>
                    <a:lstStyle/>
                    <a:p>
                      <a:pPr>
                        <a:buNone/>
                      </a:pPr>
                      <a:r>
                        <a:rPr lang="en-IN" sz="1000" b="0" dirty="0">
                          <a:solidFill>
                            <a:schemeClr val="bg1"/>
                          </a:solidFill>
                          <a:effectLst/>
                          <a:latin typeface="Ubuntu" panose="020B0504030602030204" pitchFamily="34" charset="0"/>
                        </a:rPr>
                        <a:t>9800 </a:t>
                      </a:r>
                      <a:r>
                        <a:rPr lang="en-IN" sz="1000" b="0" dirty="0" err="1">
                          <a:solidFill>
                            <a:schemeClr val="bg1"/>
                          </a:solidFill>
                          <a:effectLst/>
                          <a:latin typeface="Ubuntu" panose="020B0504030602030204" pitchFamily="34" charset="0"/>
                        </a:rPr>
                        <a:t>LifeComm</a:t>
                      </a:r>
                      <a:r>
                        <a:rPr lang="en-IN" sz="1000" b="0" dirty="0">
                          <a:solidFill>
                            <a:schemeClr val="bg1"/>
                          </a:solidFill>
                          <a:effectLst/>
                          <a:latin typeface="Ubuntu" panose="020B0504030602030204" pitchFamily="34" charset="0"/>
                        </a:rPr>
                        <a:t> Billing; 9801 </a:t>
                      </a:r>
                      <a:r>
                        <a:rPr lang="en-IN" sz="1000" b="0" dirty="0" err="1">
                          <a:solidFill>
                            <a:schemeClr val="bg1"/>
                          </a:solidFill>
                          <a:effectLst/>
                          <a:latin typeface="Ubuntu" panose="020B0504030602030204" pitchFamily="34" charset="0"/>
                        </a:rPr>
                        <a:t>LifeComm</a:t>
                      </a:r>
                      <a:r>
                        <a:rPr lang="en-IN" sz="1000" b="0" dirty="0">
                          <a:solidFill>
                            <a:schemeClr val="bg1"/>
                          </a:solidFill>
                          <a:effectLst/>
                          <a:latin typeface="Ubuntu" panose="020B0504030602030204" pitchFamily="34" charset="0"/>
                        </a:rPr>
                        <a:t> Collection; 9802 </a:t>
                      </a:r>
                      <a:r>
                        <a:rPr lang="en-IN" sz="1000" b="0" dirty="0" err="1">
                          <a:solidFill>
                            <a:schemeClr val="bg1"/>
                          </a:solidFill>
                          <a:effectLst/>
                          <a:latin typeface="Ubuntu" panose="020B0504030602030204" pitchFamily="34" charset="0"/>
                        </a:rPr>
                        <a:t>LifeComm</a:t>
                      </a:r>
                      <a:r>
                        <a:rPr lang="en-IN" sz="1000" b="0" dirty="0">
                          <a:solidFill>
                            <a:schemeClr val="bg1"/>
                          </a:solidFill>
                          <a:effectLst/>
                          <a:latin typeface="Ubuntu" panose="020B0504030602030204" pitchFamily="34" charset="0"/>
                        </a:rPr>
                        <a:t> Corresponding; 9804 </a:t>
                      </a:r>
                      <a:r>
                        <a:rPr lang="en-IN" sz="1000" b="0" dirty="0" err="1">
                          <a:solidFill>
                            <a:schemeClr val="bg1"/>
                          </a:solidFill>
                          <a:effectLst/>
                          <a:latin typeface="Ubuntu" panose="020B0504030602030204" pitchFamily="34" charset="0"/>
                        </a:rPr>
                        <a:t>LifeComm</a:t>
                      </a:r>
                      <a:r>
                        <a:rPr lang="en-IN" sz="1000" b="0" dirty="0">
                          <a:solidFill>
                            <a:schemeClr val="bg1"/>
                          </a:solidFill>
                          <a:effectLst/>
                          <a:latin typeface="Ubuntu" panose="020B0504030602030204" pitchFamily="34" charset="0"/>
                        </a:rPr>
                        <a:t> </a:t>
                      </a:r>
                      <a:r>
                        <a:rPr lang="en-IN" sz="1000" b="0" dirty="0" err="1">
                          <a:solidFill>
                            <a:schemeClr val="bg1"/>
                          </a:solidFill>
                          <a:effectLst/>
                          <a:latin typeface="Ubuntu" panose="020B0504030602030204" pitchFamily="34" charset="0"/>
                        </a:rPr>
                        <a:t>AgentAgencyPerformance</a:t>
                      </a:r>
                      <a:r>
                        <a:rPr lang="en-IN" sz="1000" b="0" dirty="0">
                          <a:solidFill>
                            <a:schemeClr val="bg1"/>
                          </a:solidFill>
                          <a:effectLst/>
                          <a:latin typeface="Ubuntu" panose="020B0504030602030204" pitchFamily="34" charset="0"/>
                        </a:rPr>
                        <a:t>; </a:t>
                      </a:r>
                    </a:p>
                  </a:txBody>
                  <a:tcPr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tc>
                  <a:txBody>
                    <a:bodyPr/>
                    <a:lstStyle/>
                    <a:p>
                      <a:pPr>
                        <a:buNone/>
                      </a:pPr>
                      <a:r>
                        <a:rPr lang="en-IN" sz="1000" b="0" dirty="0">
                          <a:solidFill>
                            <a:schemeClr val="bg1"/>
                          </a:solidFill>
                          <a:effectLst/>
                          <a:latin typeface="Ubuntu" panose="020B0504030602030204" pitchFamily="34" charset="0"/>
                        </a:rPr>
                        <a:t>In-place Optimization</a:t>
                      </a:r>
                    </a:p>
                  </a:txBody>
                  <a:tcPr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chemeClr val="accent1"/>
                    </a:solidFill>
                  </a:tcPr>
                </a:tc>
                <a:tc>
                  <a:txBody>
                    <a:bodyPr/>
                    <a:lstStyle/>
                    <a:p>
                      <a:pPr marL="171450" indent="-171450">
                        <a:buFont typeface="Wingdings" panose="05000000000000000000" pitchFamily="2" charset="2"/>
                        <a:buChar char="§"/>
                      </a:pPr>
                      <a:r>
                        <a:rPr lang="en-IN" sz="1000" b="0" dirty="0">
                          <a:solidFill>
                            <a:schemeClr val="bg1"/>
                          </a:solidFill>
                          <a:effectLst/>
                          <a:latin typeface="Ubuntu" panose="020B0504030602030204" pitchFamily="34" charset="0"/>
                        </a:rPr>
                        <a:t>These </a:t>
                      </a:r>
                      <a:r>
                        <a:rPr lang="en-IN" sz="1000" b="0" dirty="0" err="1">
                          <a:solidFill>
                            <a:schemeClr val="bg1"/>
                          </a:solidFill>
                          <a:effectLst/>
                          <a:latin typeface="Ubuntu" panose="020B0504030602030204" pitchFamily="34" charset="0"/>
                        </a:rPr>
                        <a:t>LifeComm</a:t>
                      </a:r>
                      <a:r>
                        <a:rPr lang="en-IN" sz="1000" b="0" dirty="0">
                          <a:solidFill>
                            <a:schemeClr val="bg1"/>
                          </a:solidFill>
                          <a:effectLst/>
                          <a:latin typeface="Ubuntu" panose="020B0504030602030204" pitchFamily="34" charset="0"/>
                        </a:rPr>
                        <a:t> subsystems support core premium, payment, accounting, valuation, correspondence and commission processes. </a:t>
                      </a:r>
                    </a:p>
                    <a:p>
                      <a:pPr marL="171450" indent="-171450">
                        <a:buFont typeface="Wingdings" panose="05000000000000000000" pitchFamily="2" charset="2"/>
                        <a:buChar char="§"/>
                      </a:pPr>
                      <a:r>
                        <a:rPr lang="en-IN" sz="1000" b="0" dirty="0">
                          <a:solidFill>
                            <a:schemeClr val="bg1"/>
                          </a:solidFill>
                          <a:effectLst/>
                          <a:latin typeface="Ubuntu" panose="020B0504030602030204" pitchFamily="34" charset="0"/>
                        </a:rPr>
                        <a:t>As the package core is retained and MetLife enhancements are predominantly COBOL-based, optimization provides the most practical value through code rationalization, MIPS and batch improvement, and language and database consolidation without introducing the risk of replacing critical package-aligned functions.</a:t>
                      </a:r>
                    </a:p>
                  </a:txBody>
                  <a:tcPr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2919150683"/>
                  </a:ext>
                </a:extLst>
              </a:tr>
              <a:tr h="715002">
                <a:tc>
                  <a:txBody>
                    <a:bodyPr/>
                    <a:lstStyle/>
                    <a:p>
                      <a:pPr>
                        <a:buNone/>
                      </a:pPr>
                      <a:r>
                        <a:rPr lang="en-IN" sz="1000" b="0">
                          <a:solidFill>
                            <a:schemeClr val="bg1"/>
                          </a:solidFill>
                          <a:effectLst/>
                          <a:latin typeface="Ubuntu" panose="020B0504030602030204" pitchFamily="34" charset="0"/>
                        </a:rPr>
                        <a:t>Non-LifeComm package-based Mainframe applications</a:t>
                      </a:r>
                    </a:p>
                  </a:txBody>
                  <a:tcPr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tc>
                  <a:txBody>
                    <a:bodyPr/>
                    <a:lstStyle/>
                    <a:p>
                      <a:pPr>
                        <a:buNone/>
                      </a:pPr>
                      <a:r>
                        <a:rPr lang="en-IN" sz="1000" b="0">
                          <a:solidFill>
                            <a:schemeClr val="bg1"/>
                          </a:solidFill>
                          <a:effectLst/>
                          <a:latin typeface="Ubuntu" panose="020B0504030602030204" pitchFamily="34" charset="0"/>
                        </a:rPr>
                        <a:t>9810 Claim Payment, Processor-I; 9824 Client Contract Administration</a:t>
                      </a:r>
                    </a:p>
                  </a:txBody>
                  <a:tcPr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000" b="0" dirty="0">
                          <a:solidFill>
                            <a:schemeClr val="bg1"/>
                          </a:solidFill>
                          <a:effectLst/>
                          <a:latin typeface="Ubuntu" panose="020B0504030602030204" pitchFamily="34" charset="0"/>
                        </a:rPr>
                        <a:t>In-place Optimization</a:t>
                      </a:r>
                    </a:p>
                  </a:txBody>
                  <a:tcPr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chemeClr val="accent1"/>
                    </a:solidFill>
                  </a:tcPr>
                </a:tc>
                <a:tc>
                  <a:txBody>
                    <a:bodyPr/>
                    <a:lstStyle/>
                    <a:p>
                      <a:pPr marL="171450" indent="-171450">
                        <a:buFont typeface="Wingdings" panose="05000000000000000000" pitchFamily="2" charset="2"/>
                        <a:buChar char="§"/>
                      </a:pPr>
                      <a:r>
                        <a:rPr lang="en-IN" sz="1000" b="0" dirty="0">
                          <a:solidFill>
                            <a:schemeClr val="bg1"/>
                          </a:solidFill>
                          <a:effectLst/>
                          <a:latin typeface="Ubuntu" panose="020B0504030602030204" pitchFamily="34" charset="0"/>
                        </a:rPr>
                        <a:t>These applications support production claims-payment and contract-administration processes and are dependent on Mainframe packages. Package boundaries constrain wholesale re-engineering, making package-aware optimization, technical debt reduction and interface improvement the most appropriate treatment while preserving stable business operations.</a:t>
                      </a:r>
                    </a:p>
                  </a:txBody>
                  <a:tcPr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3531379921"/>
                  </a:ext>
                </a:extLst>
              </a:tr>
              <a:tr h="790963">
                <a:tc>
                  <a:txBody>
                    <a:bodyPr/>
                    <a:lstStyle/>
                    <a:p>
                      <a:pPr>
                        <a:buNone/>
                      </a:pPr>
                      <a:r>
                        <a:rPr lang="en-IN" sz="1000" b="0">
                          <a:solidFill>
                            <a:schemeClr val="bg1"/>
                          </a:solidFill>
                          <a:effectLst/>
                          <a:latin typeface="Ubuntu" panose="020B0504030602030204" pitchFamily="34" charset="0"/>
                        </a:rPr>
                        <a:t>Applications operationally coupled with POSPMC</a:t>
                      </a:r>
                    </a:p>
                  </a:txBody>
                  <a:tcPr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tc>
                  <a:txBody>
                    <a:bodyPr/>
                    <a:lstStyle/>
                    <a:p>
                      <a:pPr>
                        <a:buNone/>
                      </a:pPr>
                      <a:r>
                        <a:rPr lang="en-IN" sz="1000" b="0">
                          <a:solidFill>
                            <a:schemeClr val="bg1"/>
                          </a:solidFill>
                          <a:effectLst/>
                          <a:latin typeface="Ubuntu" panose="020B0504030602030204" pitchFamily="34" charset="0"/>
                        </a:rPr>
                        <a:t>9818 SWING MANAGER; 9819 Premium Collection History DB; 9820 MCFA Coupon DB</a:t>
                      </a:r>
                    </a:p>
                  </a:txBody>
                  <a:tcPr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000" b="0" dirty="0">
                          <a:solidFill>
                            <a:schemeClr val="bg1"/>
                          </a:solidFill>
                          <a:effectLst/>
                          <a:latin typeface="Ubuntu" panose="020B0504030602030204" pitchFamily="34" charset="0"/>
                        </a:rPr>
                        <a:t>In-place Optimization</a:t>
                      </a:r>
                    </a:p>
                  </a:txBody>
                  <a:tcPr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chemeClr val="accent1"/>
                    </a:solidFill>
                  </a:tcPr>
                </a:tc>
                <a:tc>
                  <a:txBody>
                    <a:bodyPr/>
                    <a:lstStyle/>
                    <a:p>
                      <a:pPr marL="171450" indent="-171450">
                        <a:buFont typeface="Wingdings" panose="05000000000000000000" pitchFamily="2" charset="2"/>
                        <a:buChar char="§"/>
                      </a:pPr>
                      <a:r>
                        <a:rPr lang="en-IN" sz="1000" b="0" dirty="0">
                          <a:solidFill>
                            <a:schemeClr val="bg1"/>
                          </a:solidFill>
                          <a:effectLst/>
                          <a:latin typeface="Ubuntu" panose="020B0504030602030204" pitchFamily="34" charset="0"/>
                        </a:rPr>
                        <a:t>These applications are managed together with 9796 </a:t>
                      </a:r>
                      <a:r>
                        <a:rPr lang="en-IN" sz="1000" b="0" dirty="0" err="1">
                          <a:solidFill>
                            <a:schemeClr val="bg1"/>
                          </a:solidFill>
                          <a:effectLst/>
                          <a:latin typeface="Ubuntu" panose="020B0504030602030204" pitchFamily="34" charset="0"/>
                        </a:rPr>
                        <a:t>LifeComm</a:t>
                      </a:r>
                      <a:r>
                        <a:rPr lang="en-IN" sz="1000" b="0" dirty="0">
                          <a:solidFill>
                            <a:schemeClr val="bg1"/>
                          </a:solidFill>
                          <a:effectLst/>
                          <a:latin typeface="Ubuntu" panose="020B0504030602030204" pitchFamily="34" charset="0"/>
                        </a:rPr>
                        <a:t> POSPMC and share its operational and support context. Optimizing the applications as a single POSPMC cluster preserves shared dependencies and enables coordinated improvement of code, data, batch processing, testing and production support, rather than creating risk through isolated treatment</a:t>
                      </a:r>
                    </a:p>
                  </a:txBody>
                  <a:tcPr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640648326"/>
                  </a:ext>
                </a:extLst>
              </a:tr>
              <a:tr h="715002">
                <a:tc>
                  <a:txBody>
                    <a:bodyPr/>
                    <a:lstStyle/>
                    <a:p>
                      <a:pPr>
                        <a:buNone/>
                      </a:pPr>
                      <a:r>
                        <a:rPr lang="en-IN" sz="1000" b="0" dirty="0">
                          <a:solidFill>
                            <a:schemeClr val="bg1"/>
                          </a:solidFill>
                          <a:effectLst/>
                          <a:latin typeface="Ubuntu" panose="020B0504030602030204" pitchFamily="34" charset="0"/>
                        </a:rPr>
                        <a:t>AS/400 applications</a:t>
                      </a:r>
                    </a:p>
                  </a:txBody>
                  <a:tcPr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tc>
                  <a:txBody>
                    <a:bodyPr/>
                    <a:lstStyle/>
                    <a:p>
                      <a:pPr>
                        <a:buNone/>
                      </a:pPr>
                      <a:r>
                        <a:rPr lang="en-IN" sz="1000" b="0" dirty="0">
                          <a:solidFill>
                            <a:schemeClr val="bg1"/>
                          </a:solidFill>
                          <a:effectLst/>
                          <a:latin typeface="Ubuntu" panose="020B0504030602030204" pitchFamily="34" charset="0"/>
                        </a:rPr>
                        <a:t>9930 AS400 Mass Marketing System; 10001 Group Policy Management System, TOGAS</a:t>
                      </a:r>
                    </a:p>
                  </a:txBody>
                  <a:tcPr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tc>
                  <a:txBody>
                    <a:bodyPr/>
                    <a:lstStyle/>
                    <a:p>
                      <a:pPr>
                        <a:buNone/>
                      </a:pPr>
                      <a:r>
                        <a:rPr lang="en-IN" sz="1000" b="0" dirty="0">
                          <a:solidFill>
                            <a:schemeClr val="bg1"/>
                          </a:solidFill>
                          <a:effectLst/>
                          <a:latin typeface="Ubuntu" panose="020B0504030602030204" pitchFamily="34" charset="0"/>
                        </a:rPr>
                        <a:t>In-Place Optimization, In-Place Modernization</a:t>
                      </a:r>
                    </a:p>
                  </a:txBody>
                  <a:tcPr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tc>
                  <a:txBody>
                    <a:bodyPr/>
                    <a:lstStyle/>
                    <a:p>
                      <a:pPr marL="171450" indent="-171450">
                        <a:buFont typeface="Wingdings" panose="05000000000000000000" pitchFamily="2" charset="2"/>
                        <a:buChar char="§"/>
                      </a:pPr>
                      <a:r>
                        <a:rPr lang="en-IN" sz="1000" b="0" dirty="0">
                          <a:solidFill>
                            <a:schemeClr val="bg1"/>
                          </a:solidFill>
                          <a:effectLst/>
                          <a:latin typeface="Ubuntu" panose="020B0504030602030204" pitchFamily="34" charset="0"/>
                        </a:rPr>
                        <a:t>Both applications perform critical insurance processing on AS/400 and therefore require stability-first optimization of RPG/COBOL code, jobs and performance. Their MetLife-owned source code and integration characteristics also support progressive in-place modernization through API enablement, DevOps, data archival and cloud data replication, while retaining the AS/400 systems of record</a:t>
                      </a:r>
                    </a:p>
                  </a:txBody>
                  <a:tcPr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1164101748"/>
                  </a:ext>
                </a:extLst>
              </a:tr>
              <a:tr h="870437">
                <a:tc>
                  <a:txBody>
                    <a:bodyPr/>
                    <a:lstStyle/>
                    <a:p>
                      <a:pPr marL="0" algn="l" defTabSz="914400" rtl="0" eaLnBrk="1" latinLnBrk="0" hangingPunct="1">
                        <a:buNone/>
                      </a:pPr>
                      <a:r>
                        <a:rPr lang="en-IN" sz="1000" b="0" kern="1200" dirty="0">
                          <a:solidFill>
                            <a:schemeClr val="bg1"/>
                          </a:solidFill>
                          <a:effectLst/>
                          <a:latin typeface="Ubuntu" panose="020B0504030602030204" pitchFamily="34" charset="0"/>
                          <a:ea typeface="+mn-ea"/>
                          <a:cs typeface="+mn-cs"/>
                        </a:rPr>
                        <a:t>Mainframe interface, bridge and gateway applications</a:t>
                      </a:r>
                    </a:p>
                  </a:txBody>
                  <a:tcPr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tc>
                  <a:txBody>
                    <a:bodyPr/>
                    <a:lstStyle/>
                    <a:p>
                      <a:pPr marL="0" algn="l" defTabSz="914400" rtl="0" eaLnBrk="1" latinLnBrk="0" hangingPunct="1">
                        <a:buNone/>
                      </a:pPr>
                      <a:r>
                        <a:rPr lang="en-IN" sz="1000" b="0" kern="1200" dirty="0">
                          <a:solidFill>
                            <a:schemeClr val="bg1"/>
                          </a:solidFill>
                          <a:effectLst/>
                          <a:latin typeface="Ubuntu" panose="020B0504030602030204" pitchFamily="34" charset="0"/>
                          <a:ea typeface="+mn-ea"/>
                          <a:cs typeface="+mn-cs"/>
                        </a:rPr>
                        <a:t>9823 ASP Bridge (HOST); 9948 Data Send System for BANC; 9999 LINC</a:t>
                      </a:r>
                    </a:p>
                  </a:txBody>
                  <a:tcPr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tc>
                  <a:txBody>
                    <a:bodyPr/>
                    <a:lstStyle/>
                    <a:p>
                      <a:pPr marL="0" algn="l" defTabSz="914400" rtl="0" eaLnBrk="1" latinLnBrk="0" hangingPunct="1">
                        <a:buNone/>
                      </a:pPr>
                      <a:r>
                        <a:rPr lang="en-IN" sz="1000" b="0" kern="1200" dirty="0">
                          <a:solidFill>
                            <a:schemeClr val="bg1"/>
                          </a:solidFill>
                          <a:effectLst/>
                          <a:latin typeface="Ubuntu" panose="020B0504030602030204" pitchFamily="34" charset="0"/>
                          <a:ea typeface="+mn-ea"/>
                          <a:cs typeface="+mn-cs"/>
                        </a:rPr>
                        <a:t>In-Place Modernization</a:t>
                      </a:r>
                    </a:p>
                  </a:txBody>
                  <a:tcPr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00B0F0"/>
                    </a:solidFill>
                  </a:tcPr>
                </a:tc>
                <a:tc>
                  <a:txBody>
                    <a:bodyPr/>
                    <a:lstStyle/>
                    <a:p>
                      <a:pPr marL="171450" indent="-171450" algn="l" defTabSz="914400" rtl="0" eaLnBrk="1" fontAlgn="t" latinLnBrk="0" hangingPunct="1">
                        <a:lnSpc>
                          <a:spcPct val="100000"/>
                        </a:lnSpc>
                        <a:buFont typeface="Wingdings" panose="05000000000000000000" pitchFamily="2" charset="2"/>
                        <a:buChar char="§"/>
                      </a:pPr>
                      <a:r>
                        <a:rPr lang="en-IN" sz="1000" b="0" kern="1200" dirty="0">
                          <a:solidFill>
                            <a:schemeClr val="bg1"/>
                          </a:solidFill>
                          <a:effectLst/>
                          <a:latin typeface="Ubuntu" panose="020B0504030602030204" pitchFamily="34" charset="0"/>
                          <a:ea typeface="+mn-ea"/>
                          <a:cs typeface="+mn-cs"/>
                        </a:rPr>
                        <a:t>These applications primarily connect the Mainframe with downstream applications, bank gateways and external industry services. Their integration-centric role makes them the strongest candidates for </a:t>
                      </a:r>
                      <a:r>
                        <a:rPr lang="en-IN" sz="1000" b="0" kern="1200" dirty="0" err="1">
                          <a:solidFill>
                            <a:schemeClr val="bg1"/>
                          </a:solidFill>
                          <a:effectLst/>
                          <a:latin typeface="Ubuntu" panose="020B0504030602030204" pitchFamily="34" charset="0"/>
                          <a:ea typeface="+mn-ea"/>
                          <a:cs typeface="+mn-cs"/>
                        </a:rPr>
                        <a:t>APIfication</a:t>
                      </a:r>
                      <a:r>
                        <a:rPr lang="en-IN" sz="1000" b="0" kern="1200" dirty="0">
                          <a:solidFill>
                            <a:schemeClr val="bg1"/>
                          </a:solidFill>
                          <a:effectLst/>
                          <a:latin typeface="Ubuntu" panose="020B0504030602030204" pitchFamily="34" charset="0"/>
                          <a:ea typeface="+mn-ea"/>
                          <a:cs typeface="+mn-cs"/>
                        </a:rPr>
                        <a:t>, interface rationalization and decoupling, enabling modern channels and platforms to consume Mainframe capabilities without moving the underlying core processing.</a:t>
                      </a:r>
                    </a:p>
                  </a:txBody>
                  <a:tcPr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2846185430"/>
                  </a:ext>
                </a:extLst>
              </a:tr>
            </a:tbl>
          </a:graphicData>
        </a:graphic>
      </p:graphicFrame>
      <p:sp>
        <p:nvSpPr>
          <p:cNvPr id="2" name="TextBox 1">
            <a:extLst>
              <a:ext uri="{FF2B5EF4-FFF2-40B4-BE49-F238E27FC236}">
                <a16:creationId xmlns:a16="http://schemas.microsoft.com/office/drawing/2014/main" id="{8B9163CB-2272-45E6-C03B-AD9D5332A21C}"/>
              </a:ext>
            </a:extLst>
          </p:cNvPr>
          <p:cNvSpPr txBox="1"/>
          <p:nvPr/>
        </p:nvSpPr>
        <p:spPr>
          <a:xfrm>
            <a:off x="385233" y="6461632"/>
            <a:ext cx="5199321" cy="263791"/>
          </a:xfrm>
          <a:prstGeom prst="rect">
            <a:avLst/>
          </a:prstGeom>
          <a:noFill/>
        </p:spPr>
        <p:txBody>
          <a:bodyPr vert="horz" wrap="square" lIns="90000" tIns="46800" rIns="90000" bIns="46800" rtlCol="0" anchor="ctr">
            <a:spAutoFit/>
          </a:bodyPr>
          <a:lstStyle/>
          <a:p>
            <a:pPr algn="l">
              <a:spcBef>
                <a:spcPct val="0"/>
              </a:spcBef>
            </a:pPr>
            <a:r>
              <a:rPr lang="en-IN" sz="1050" i="1" dirty="0">
                <a:solidFill>
                  <a:schemeClr val="bg1"/>
                </a:solidFill>
              </a:rPr>
              <a:t>First draft only. </a:t>
            </a:r>
          </a:p>
        </p:txBody>
      </p:sp>
    </p:spTree>
    <p:extLst>
      <p:ext uri="{BB962C8B-B14F-4D97-AF65-F5344CB8AC3E}">
        <p14:creationId xmlns:p14="http://schemas.microsoft.com/office/powerpoint/2010/main" val="36903179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60ADC1-0A00-4243-CD5C-D24FDFFC1413}"/>
              </a:ext>
            </a:extLst>
          </p:cNvPr>
          <p:cNvSpPr>
            <a:spLocks noGrp="1"/>
          </p:cNvSpPr>
          <p:nvPr>
            <p:ph type="title"/>
          </p:nvPr>
        </p:nvSpPr>
        <p:spPr/>
        <p:txBody>
          <a:bodyPr/>
          <a:lstStyle/>
          <a:p>
            <a:r>
              <a:rPr lang="en-IN" dirty="0"/>
              <a:t>Challenges</a:t>
            </a:r>
          </a:p>
        </p:txBody>
      </p:sp>
      <p:graphicFrame>
        <p:nvGraphicFramePr>
          <p:cNvPr id="5" name="Table 4">
            <a:extLst>
              <a:ext uri="{FF2B5EF4-FFF2-40B4-BE49-F238E27FC236}">
                <a16:creationId xmlns:a16="http://schemas.microsoft.com/office/drawing/2014/main" id="{A3720A69-20A8-D506-DFA5-345E060DD815}"/>
              </a:ext>
            </a:extLst>
          </p:cNvPr>
          <p:cNvGraphicFramePr>
            <a:graphicFrameLocks noGrp="1"/>
          </p:cNvGraphicFramePr>
          <p:nvPr>
            <p:extLst>
              <p:ext uri="{D42A27DB-BD31-4B8C-83A1-F6EECF244321}">
                <p14:modId xmlns:p14="http://schemas.microsoft.com/office/powerpoint/2010/main" val="4126401982"/>
              </p:ext>
            </p:extLst>
          </p:nvPr>
        </p:nvGraphicFramePr>
        <p:xfrm>
          <a:off x="551384" y="1180215"/>
          <a:ext cx="11229490" cy="5166520"/>
        </p:xfrm>
        <a:graphic>
          <a:graphicData uri="http://schemas.openxmlformats.org/drawingml/2006/table">
            <a:tbl>
              <a:tblPr/>
              <a:tblGrid>
                <a:gridCol w="1381050">
                  <a:extLst>
                    <a:ext uri="{9D8B030D-6E8A-4147-A177-3AD203B41FA5}">
                      <a16:colId xmlns:a16="http://schemas.microsoft.com/office/drawing/2014/main" val="3556650897"/>
                    </a:ext>
                  </a:extLst>
                </a:gridCol>
                <a:gridCol w="3922588">
                  <a:extLst>
                    <a:ext uri="{9D8B030D-6E8A-4147-A177-3AD203B41FA5}">
                      <a16:colId xmlns:a16="http://schemas.microsoft.com/office/drawing/2014/main" val="2409346573"/>
                    </a:ext>
                  </a:extLst>
                </a:gridCol>
                <a:gridCol w="4422626">
                  <a:extLst>
                    <a:ext uri="{9D8B030D-6E8A-4147-A177-3AD203B41FA5}">
                      <a16:colId xmlns:a16="http://schemas.microsoft.com/office/drawing/2014/main" val="168277587"/>
                    </a:ext>
                  </a:extLst>
                </a:gridCol>
                <a:gridCol w="1503226">
                  <a:extLst>
                    <a:ext uri="{9D8B030D-6E8A-4147-A177-3AD203B41FA5}">
                      <a16:colId xmlns:a16="http://schemas.microsoft.com/office/drawing/2014/main" val="12451358"/>
                    </a:ext>
                  </a:extLst>
                </a:gridCol>
              </a:tblGrid>
              <a:tr h="187015">
                <a:tc>
                  <a:txBody>
                    <a:bodyPr/>
                    <a:lstStyle/>
                    <a:p>
                      <a:pPr marL="0" marR="0" indent="0" algn="ctr" rtl="0" fontAlgn="base">
                        <a:lnSpc>
                          <a:spcPct val="100000"/>
                        </a:lnSpc>
                        <a:buNone/>
                      </a:pPr>
                      <a:r>
                        <a:rPr lang="en-US" sz="800" b="1" i="0" dirty="0">
                          <a:solidFill>
                            <a:srgbClr val="FFFFFF"/>
                          </a:solidFill>
                          <a:effectLst/>
                          <a:latin typeface="+mn-lt"/>
                        </a:rPr>
                        <a:t>Dimension​</a:t>
                      </a:r>
                    </a:p>
                  </a:txBody>
                  <a:tcPr marL="51439" marR="51439" marT="25720" marB="25720" anchor="ctr">
                    <a:lnL w="6350" cap="flat" cmpd="sng" algn="ctr">
                      <a:solidFill>
                        <a:srgbClr val="BFBFB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BFBFBF"/>
                      </a:solidFill>
                      <a:prstDash val="solid"/>
                      <a:round/>
                      <a:headEnd type="none" w="med" len="med"/>
                      <a:tailEnd type="none" w="med" len="med"/>
                    </a:lnT>
                    <a:lnB w="15050" cap="flat" cmpd="sng" algn="ctr">
                      <a:solidFill>
                        <a:srgbClr val="FFFFFF"/>
                      </a:solidFill>
                      <a:prstDash val="solid"/>
                      <a:round/>
                      <a:headEnd type="none" w="med" len="med"/>
                      <a:tailEnd type="none" w="med" len="med"/>
                    </a:lnB>
                    <a:solidFill>
                      <a:srgbClr val="25609C"/>
                    </a:solidFill>
                  </a:tcPr>
                </a:tc>
                <a:tc>
                  <a:txBody>
                    <a:bodyPr/>
                    <a:lstStyle/>
                    <a:p>
                      <a:pPr marL="0" marR="0" indent="0" algn="ctr" rtl="0" fontAlgn="base">
                        <a:lnSpc>
                          <a:spcPct val="100000"/>
                        </a:lnSpc>
                        <a:buNone/>
                      </a:pPr>
                      <a:r>
                        <a:rPr lang="en-US" sz="800" b="1" i="0">
                          <a:solidFill>
                            <a:srgbClr val="FFFFFF"/>
                          </a:solidFill>
                          <a:effectLst/>
                          <a:latin typeface="+mn-lt"/>
                        </a:rPr>
                        <a:t>Pain points / challenges​</a:t>
                      </a:r>
                    </a:p>
                  </a:txBody>
                  <a:tcPr marL="51439" marR="51439" marT="25720" marB="2572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BFBFBF"/>
                      </a:solidFill>
                      <a:prstDash val="solid"/>
                      <a:round/>
                      <a:headEnd type="none" w="med" len="med"/>
                      <a:tailEnd type="none" w="med" len="med"/>
                    </a:lnT>
                    <a:lnB w="15050" cap="flat" cmpd="sng" algn="ctr">
                      <a:solidFill>
                        <a:srgbClr val="FFFFFF"/>
                      </a:solidFill>
                      <a:prstDash val="solid"/>
                      <a:round/>
                      <a:headEnd type="none" w="med" len="med"/>
                      <a:tailEnd type="none" w="med" len="med"/>
                    </a:lnB>
                    <a:solidFill>
                      <a:srgbClr val="25609C"/>
                    </a:solidFill>
                  </a:tcPr>
                </a:tc>
                <a:tc>
                  <a:txBody>
                    <a:bodyPr/>
                    <a:lstStyle/>
                    <a:p>
                      <a:pPr marL="0" marR="0" indent="0" algn="ctr" rtl="0" fontAlgn="base">
                        <a:lnSpc>
                          <a:spcPct val="100000"/>
                        </a:lnSpc>
                        <a:buNone/>
                      </a:pPr>
                      <a:r>
                        <a:rPr lang="en-US" sz="800" b="1" i="0">
                          <a:solidFill>
                            <a:srgbClr val="FFFFFF"/>
                          </a:solidFill>
                          <a:effectLst/>
                          <a:latin typeface="+mn-lt"/>
                        </a:rPr>
                        <a:t>Direct causes​</a:t>
                      </a:r>
                    </a:p>
                  </a:txBody>
                  <a:tcPr marL="51439" marR="51439" marT="25720" marB="2572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BFBFBF"/>
                      </a:solidFill>
                      <a:prstDash val="solid"/>
                      <a:round/>
                      <a:headEnd type="none" w="med" len="med"/>
                      <a:tailEnd type="none" w="med" len="med"/>
                    </a:lnT>
                    <a:lnB w="15050" cap="flat" cmpd="sng" algn="ctr">
                      <a:solidFill>
                        <a:srgbClr val="FFFFFF"/>
                      </a:solidFill>
                      <a:prstDash val="solid"/>
                      <a:round/>
                      <a:headEnd type="none" w="med" len="med"/>
                      <a:tailEnd type="none" w="med" len="med"/>
                    </a:lnB>
                    <a:solidFill>
                      <a:srgbClr val="25609C"/>
                    </a:solidFill>
                  </a:tcPr>
                </a:tc>
                <a:tc>
                  <a:txBody>
                    <a:bodyPr/>
                    <a:lstStyle/>
                    <a:p>
                      <a:pPr marL="0" marR="0" indent="0" algn="ctr" rtl="0" fontAlgn="base">
                        <a:lnSpc>
                          <a:spcPct val="100000"/>
                        </a:lnSpc>
                        <a:buNone/>
                      </a:pPr>
                      <a:r>
                        <a:rPr lang="en-US" sz="800" b="1" i="0">
                          <a:solidFill>
                            <a:srgbClr val="FFFFFF"/>
                          </a:solidFill>
                          <a:effectLst/>
                          <a:latin typeface="+mn-lt"/>
                        </a:rPr>
                        <a:t>Solution​</a:t>
                      </a:r>
                    </a:p>
                  </a:txBody>
                  <a:tcPr marL="51439" marR="51439" marT="25720" marB="25720" anchor="ctr">
                    <a:lnL w="6350" cap="flat" cmpd="sng" algn="ctr">
                      <a:solidFill>
                        <a:srgbClr val="FFFFF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15050" cap="flat" cmpd="sng" algn="ctr">
                      <a:solidFill>
                        <a:srgbClr val="FFFFFF"/>
                      </a:solidFill>
                      <a:prstDash val="solid"/>
                      <a:round/>
                      <a:headEnd type="none" w="med" len="med"/>
                      <a:tailEnd type="none" w="med" len="med"/>
                    </a:lnB>
                    <a:solidFill>
                      <a:srgbClr val="25609C"/>
                    </a:solidFill>
                  </a:tcPr>
                </a:tc>
                <a:extLst>
                  <a:ext uri="{0D108BD9-81ED-4DB2-BD59-A6C34878D82A}">
                    <a16:rowId xmlns:a16="http://schemas.microsoft.com/office/drawing/2014/main" val="1628957973"/>
                  </a:ext>
                </a:extLst>
              </a:tr>
              <a:tr h="392767">
                <a:tc>
                  <a:txBody>
                    <a:bodyPr/>
                    <a:lstStyle/>
                    <a:p>
                      <a:pPr marL="0" marR="0" indent="0" algn="l" rtl="0" fontAlgn="base">
                        <a:lnSpc>
                          <a:spcPct val="100000"/>
                        </a:lnSpc>
                        <a:buNone/>
                      </a:pPr>
                      <a:r>
                        <a:rPr lang="en-US" sz="800" b="0" i="0" dirty="0">
                          <a:solidFill>
                            <a:srgbClr val="000000"/>
                          </a:solidFill>
                          <a:effectLst/>
                          <a:latin typeface="+mn-lt"/>
                        </a:rPr>
                        <a:t>1. Product portfolio​</a:t>
                      </a:r>
                    </a:p>
                  </a:txBody>
                  <a:tcPr marL="51439" marR="51439" marT="25720" marB="25720">
                    <a:lnL w="6350" cap="flat" cmpd="sng" algn="ctr">
                      <a:solidFill>
                        <a:srgbClr val="BFBFBF"/>
                      </a:solidFill>
                      <a:prstDash val="solid"/>
                      <a:round/>
                      <a:headEnd type="none" w="med" len="med"/>
                      <a:tailEnd type="none" w="med" len="med"/>
                    </a:lnL>
                    <a:lnR w="6350" cap="flat" cmpd="sng" algn="ctr">
                      <a:solidFill>
                        <a:srgbClr val="FFFFFF"/>
                      </a:solidFill>
                      <a:prstDash val="solid"/>
                      <a:round/>
                      <a:headEnd type="none" w="med" len="med"/>
                      <a:tailEnd type="none" w="med" len="med"/>
                    </a:lnR>
                    <a:lnT w="150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marL="0" marR="0" lvl="0" indent="2257" algn="l" rtl="0" fontAlgn="base">
                        <a:lnSpc>
                          <a:spcPct val="100000"/>
                        </a:lnSpc>
                        <a:buFont typeface="Arial" panose="020B0604020202020204" pitchFamily="34" charset="0"/>
                        <a:buChar char="•"/>
                      </a:pPr>
                      <a:r>
                        <a:rPr lang="en-US" sz="800" b="0" i="0">
                          <a:solidFill>
                            <a:srgbClr val="000000"/>
                          </a:solidFill>
                          <a:effectLst/>
                          <a:latin typeface="+mn-lt"/>
                        </a:rPr>
                        <a:t>App maintenance requires significant time and effort due to the large number of applications​</a:t>
                      </a:r>
                    </a:p>
                  </a:txBody>
                  <a:tcPr marL="51439" marR="51439" marT="25720" marB="25720">
                    <a:lnL w="6350" cap="flat" cmpd="sng" algn="ctr">
                      <a:solidFill>
                        <a:srgbClr val="FFFFFF"/>
                      </a:solidFill>
                      <a:prstDash val="solid"/>
                      <a:round/>
                      <a:headEnd type="none" w="med" len="med"/>
                      <a:tailEnd type="none" w="med" len="med"/>
                    </a:lnL>
                    <a:lnR w="6350" cap="flat" cmpd="sng" algn="ctr">
                      <a:solidFill>
                        <a:srgbClr val="BFBFBF"/>
                      </a:solidFill>
                      <a:prstDash val="solid"/>
                      <a:round/>
                      <a:headEnd type="none" w="med" len="med"/>
                      <a:tailEnd type="none" w="med" len="med"/>
                    </a:lnR>
                    <a:lnT w="15050" cap="flat" cmpd="sng" algn="ctr">
                      <a:solidFill>
                        <a:srgbClr val="FFFFF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marR="0" lvl="0" indent="2257" algn="l" rtl="0" fontAlgn="base">
                        <a:lnSpc>
                          <a:spcPct val="100000"/>
                        </a:lnSpc>
                        <a:buFont typeface="Arial" panose="020B0604020202020204" pitchFamily="34" charset="0"/>
                        <a:buChar char="•"/>
                      </a:pPr>
                      <a:r>
                        <a:rPr lang="en-US" sz="800" b="0" i="0">
                          <a:solidFill>
                            <a:srgbClr val="000000"/>
                          </a:solidFill>
                          <a:effectLst/>
                          <a:latin typeface="+mn-lt"/>
                        </a:rPr>
                        <a:t>Decentralized product strategies across Life, A&amp;H and Annuity in the past​</a:t>
                      </a:r>
                    </a:p>
                    <a:p>
                      <a:pPr marL="0" marR="0" lvl="0" indent="2257" algn="l" rtl="0" fontAlgn="base">
                        <a:lnSpc>
                          <a:spcPct val="100000"/>
                        </a:lnSpc>
                        <a:buFont typeface="Arial" panose="020B0604020202020204" pitchFamily="34" charset="0"/>
                        <a:buChar char="•"/>
                      </a:pPr>
                      <a:r>
                        <a:rPr lang="en-US" sz="800" b="0" i="0">
                          <a:solidFill>
                            <a:srgbClr val="000000"/>
                          </a:solidFill>
                          <a:effectLst/>
                          <a:latin typeface="+mn-lt"/>
                        </a:rPr>
                        <a:t>Product development historically emphasized uniqueness</a:t>
                      </a:r>
                      <a:r>
                        <a:rPr lang="ja-JP" sz="800" b="0" i="0">
                          <a:solidFill>
                            <a:srgbClr val="000000"/>
                          </a:solidFill>
                          <a:effectLst/>
                          <a:latin typeface="+mn-lt"/>
                          <a:ea typeface="Ubuntu" panose="020B0504030602030204" pitchFamily="34" charset="0"/>
                        </a:rPr>
                        <a:t> </a:t>
                      </a:r>
                      <a:r>
                        <a:rPr lang="en-US" sz="800" b="0" i="0">
                          <a:solidFill>
                            <a:srgbClr val="000000"/>
                          </a:solidFill>
                          <a:effectLst/>
                          <a:latin typeface="+mn-lt"/>
                        </a:rPr>
                        <a:t>in the past​</a:t>
                      </a:r>
                    </a:p>
                  </a:txBody>
                  <a:tcPr marL="51439" marR="51439" marT="25720" marB="2572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15050" cap="flat" cmpd="sng" algn="ctr">
                      <a:solidFill>
                        <a:srgbClr val="FFFFF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marR="0" indent="0" algn="l" rtl="0" fontAlgn="base">
                        <a:lnSpc>
                          <a:spcPct val="100000"/>
                        </a:lnSpc>
                        <a:buNone/>
                      </a:pPr>
                      <a:r>
                        <a:rPr lang="en-US" sz="800" b="0" i="0">
                          <a:solidFill>
                            <a:srgbClr val="000000"/>
                          </a:solidFill>
                          <a:effectLst/>
                          <a:latin typeface="+mn-lt"/>
                        </a:rPr>
                        <a:t>Architecture/Design​</a:t>
                      </a:r>
                    </a:p>
                  </a:txBody>
                  <a:tcPr marL="51439" marR="51439" marT="25720" marB="2572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15050" cap="flat" cmpd="sng" algn="ctr">
                      <a:solidFill>
                        <a:srgbClr val="FFFFF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784763563"/>
                  </a:ext>
                </a:extLst>
              </a:tr>
              <a:tr h="448107">
                <a:tc>
                  <a:txBody>
                    <a:bodyPr/>
                    <a:lstStyle/>
                    <a:p>
                      <a:pPr marL="0" marR="0" indent="0" algn="l" rtl="0" fontAlgn="base">
                        <a:lnSpc>
                          <a:spcPct val="100000"/>
                        </a:lnSpc>
                        <a:buNone/>
                      </a:pPr>
                      <a:r>
                        <a:rPr lang="en-US" sz="800" b="0" i="0">
                          <a:solidFill>
                            <a:srgbClr val="000000"/>
                          </a:solidFill>
                          <a:effectLst/>
                          <a:latin typeface="+mn-lt"/>
                        </a:rPr>
                        <a:t>2. Application portfolio​</a:t>
                      </a:r>
                    </a:p>
                  </a:txBody>
                  <a:tcPr marL="51439" marR="51439" marT="25720" marB="25720">
                    <a:lnL w="6350" cap="flat" cmpd="sng" algn="ctr">
                      <a:solidFill>
                        <a:srgbClr val="BFBFB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marL="0" marR="0" lvl="0" indent="2257" algn="l" rtl="0" fontAlgn="base">
                        <a:lnSpc>
                          <a:spcPct val="100000"/>
                        </a:lnSpc>
                        <a:buFont typeface="Arial" panose="020B0604020202020204" pitchFamily="34" charset="0"/>
                        <a:buChar char="•"/>
                      </a:pPr>
                      <a:r>
                        <a:rPr lang="en-US" sz="800" b="0" i="0" dirty="0">
                          <a:solidFill>
                            <a:srgbClr val="000000"/>
                          </a:solidFill>
                          <a:effectLst/>
                          <a:latin typeface="+mn-lt"/>
                        </a:rPr>
                        <a:t>Maintaining the apps consumes a lot</a:t>
                      </a:r>
                      <a:r>
                        <a:rPr lang="ja-JP" sz="800" b="0" i="0" dirty="0">
                          <a:solidFill>
                            <a:srgbClr val="000000"/>
                          </a:solidFill>
                          <a:effectLst/>
                          <a:latin typeface="+mn-lt"/>
                          <a:ea typeface="Ubuntu" panose="020B0504030602030204" pitchFamily="34" charset="0"/>
                        </a:rPr>
                        <a:t> </a:t>
                      </a:r>
                      <a:r>
                        <a:rPr lang="en-US" sz="800" b="0" i="0" dirty="0">
                          <a:solidFill>
                            <a:srgbClr val="000000"/>
                          </a:solidFill>
                          <a:effectLst/>
                          <a:latin typeface="+mn-lt"/>
                        </a:rPr>
                        <a:t>of time and person-months since</a:t>
                      </a:r>
                      <a:r>
                        <a:rPr lang="ja-JP" sz="800" b="0" i="0" dirty="0">
                          <a:solidFill>
                            <a:srgbClr val="000000"/>
                          </a:solidFill>
                          <a:effectLst/>
                          <a:latin typeface="+mn-lt"/>
                          <a:ea typeface="Ubuntu" panose="020B0504030602030204" pitchFamily="34" charset="0"/>
                        </a:rPr>
                        <a:t> </a:t>
                      </a:r>
                      <a:r>
                        <a:rPr lang="en-US" sz="800" b="0" i="0" dirty="0">
                          <a:solidFill>
                            <a:srgbClr val="000000"/>
                          </a:solidFill>
                          <a:effectLst/>
                          <a:latin typeface="+mn-lt"/>
                        </a:rPr>
                        <a:t>there are so many of them and the scope of impact analysis is extensive​</a:t>
                      </a:r>
                    </a:p>
                  </a:txBody>
                  <a:tcPr marL="51439" marR="51439" marT="25720" marB="25720">
                    <a:lnL w="6350" cap="flat" cmpd="sng" algn="ctr">
                      <a:solidFill>
                        <a:srgbClr val="FFFFF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marR="0" lvl="0" indent="2257" algn="l" rtl="0" fontAlgn="base">
                        <a:lnSpc>
                          <a:spcPct val="100000"/>
                        </a:lnSpc>
                        <a:buFont typeface="Arial" panose="020B0604020202020204" pitchFamily="34" charset="0"/>
                        <a:buChar char="•"/>
                      </a:pPr>
                      <a:r>
                        <a:rPr lang="en-US" sz="800" b="0" i="0" dirty="0">
                          <a:solidFill>
                            <a:srgbClr val="000000"/>
                          </a:solidFill>
                          <a:effectLst/>
                          <a:latin typeface="+mn-lt"/>
                        </a:rPr>
                        <a:t>No strategy in place regarding enterprise application architecture​</a:t>
                      </a:r>
                    </a:p>
                    <a:p>
                      <a:pPr marL="0" marR="0" lvl="0" indent="2257" algn="l" rtl="0" fontAlgn="base">
                        <a:lnSpc>
                          <a:spcPct val="100000"/>
                        </a:lnSpc>
                        <a:buFont typeface="Arial" panose="020B0604020202020204" pitchFamily="34" charset="0"/>
                        <a:buChar char="•"/>
                      </a:pPr>
                      <a:r>
                        <a:rPr lang="en-US" sz="800" b="0" i="0" dirty="0">
                          <a:solidFill>
                            <a:srgbClr val="000000"/>
                          </a:solidFill>
                          <a:effectLst/>
                          <a:latin typeface="+mn-lt"/>
                        </a:rPr>
                        <a:t>Ad-hoc development requests from CA, LA, DM and Banc channels​</a:t>
                      </a:r>
                    </a:p>
                  </a:txBody>
                  <a:tcPr marL="51439" marR="51439" marT="25720" marB="2572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marR="0" indent="0" algn="l" rtl="0" fontAlgn="base">
                        <a:lnSpc>
                          <a:spcPct val="100000"/>
                        </a:lnSpc>
                        <a:buNone/>
                      </a:pPr>
                      <a:r>
                        <a:rPr lang="en-US" sz="800" b="0" i="0">
                          <a:solidFill>
                            <a:srgbClr val="000000"/>
                          </a:solidFill>
                          <a:effectLst/>
                          <a:latin typeface="+mn-lt"/>
                        </a:rPr>
                        <a:t>Architecture/Design​</a:t>
                      </a:r>
                    </a:p>
                  </a:txBody>
                  <a:tcPr marL="51439" marR="51439" marT="25720" marB="2572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2280149225"/>
                  </a:ext>
                </a:extLst>
              </a:tr>
              <a:tr h="558790">
                <a:tc>
                  <a:txBody>
                    <a:bodyPr/>
                    <a:lstStyle/>
                    <a:p>
                      <a:pPr marL="0" marR="0" indent="0" algn="l" rtl="0" fontAlgn="base">
                        <a:lnSpc>
                          <a:spcPct val="100000"/>
                        </a:lnSpc>
                        <a:buNone/>
                      </a:pPr>
                      <a:r>
                        <a:rPr lang="en-US" sz="800" b="0" i="0" dirty="0">
                          <a:solidFill>
                            <a:srgbClr val="000000"/>
                          </a:solidFill>
                          <a:effectLst/>
                          <a:latin typeface="+mn-lt"/>
                        </a:rPr>
                        <a:t>3. Technology platform​</a:t>
                      </a:r>
                    </a:p>
                  </a:txBody>
                  <a:tcPr marL="51439" marR="51439" marT="25720" marB="25720">
                    <a:lnL w="6350" cap="flat" cmpd="sng" algn="ctr">
                      <a:solidFill>
                        <a:srgbClr val="BFBFB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tx2">
                        <a:lumMod val="10000"/>
                        <a:lumOff val="90000"/>
                      </a:schemeClr>
                    </a:solidFill>
                  </a:tcPr>
                </a:tc>
                <a:tc>
                  <a:txBody>
                    <a:bodyPr/>
                    <a:lstStyle/>
                    <a:p>
                      <a:pPr marL="0" marR="0" lvl="0" indent="2257" algn="l" rtl="0" fontAlgn="base">
                        <a:lnSpc>
                          <a:spcPct val="100000"/>
                        </a:lnSpc>
                        <a:buFont typeface="Arial" panose="020B0604020202020204" pitchFamily="34" charset="0"/>
                        <a:buChar char="•"/>
                      </a:pPr>
                      <a:r>
                        <a:rPr lang="en-US" sz="800" b="0" i="0">
                          <a:solidFill>
                            <a:srgbClr val="000000"/>
                          </a:solidFill>
                          <a:effectLst/>
                          <a:latin typeface="+mn-lt"/>
                        </a:rPr>
                        <a:t>Lifecomm is written in Assembler, and the number of programs is equivalent</a:t>
                      </a:r>
                      <a:r>
                        <a:rPr lang="ja-JP" sz="800" b="0" i="0">
                          <a:solidFill>
                            <a:srgbClr val="000000"/>
                          </a:solidFill>
                          <a:effectLst/>
                          <a:latin typeface="+mn-lt"/>
                          <a:ea typeface="Ubuntu" panose="020B0504030602030204" pitchFamily="34" charset="0"/>
                        </a:rPr>
                        <a:t> </a:t>
                      </a:r>
                      <a:r>
                        <a:rPr lang="en-US" sz="800" b="0" i="0">
                          <a:solidFill>
                            <a:srgbClr val="000000"/>
                          </a:solidFill>
                          <a:effectLst/>
                          <a:latin typeface="+mn-lt"/>
                        </a:rPr>
                        <a:t>to that of the COBOL system​</a:t>
                      </a:r>
                    </a:p>
                    <a:p>
                      <a:pPr marL="0" marR="0" lvl="0" indent="2257" algn="l" rtl="0" fontAlgn="base">
                        <a:lnSpc>
                          <a:spcPct val="100000"/>
                        </a:lnSpc>
                        <a:buFont typeface="Arial" panose="020B0604020202020204" pitchFamily="34" charset="0"/>
                        <a:buChar char="•"/>
                      </a:pPr>
                      <a:r>
                        <a:rPr lang="en-US" sz="800" b="0" i="0">
                          <a:solidFill>
                            <a:srgbClr val="000000"/>
                          </a:solidFill>
                          <a:effectLst/>
                          <a:latin typeface="+mn-lt"/>
                        </a:rPr>
                        <a:t>Due to copyright issues, impossible for external vendors to analyze the LifeComm source code​</a:t>
                      </a:r>
                    </a:p>
                  </a:txBody>
                  <a:tcPr marL="51439" marR="51439" marT="25720" marB="25720">
                    <a:lnL w="6350" cap="flat" cmpd="sng" algn="ctr">
                      <a:solidFill>
                        <a:srgbClr val="FFFFF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chemeClr val="tx2">
                        <a:lumMod val="10000"/>
                        <a:lumOff val="90000"/>
                      </a:schemeClr>
                    </a:solidFill>
                  </a:tcPr>
                </a:tc>
                <a:tc>
                  <a:txBody>
                    <a:bodyPr/>
                    <a:lstStyle/>
                    <a:p>
                      <a:pPr marL="0" marR="0" lvl="0" indent="2257" algn="l" rtl="0" fontAlgn="base">
                        <a:lnSpc>
                          <a:spcPct val="100000"/>
                        </a:lnSpc>
                        <a:buFont typeface="Arial" panose="020B0604020202020204" pitchFamily="34" charset="0"/>
                        <a:buChar char="•"/>
                      </a:pPr>
                      <a:r>
                        <a:rPr lang="en-US" sz="800" b="0" i="0" dirty="0">
                          <a:solidFill>
                            <a:srgbClr val="000000"/>
                          </a:solidFill>
                          <a:effectLst/>
                          <a:latin typeface="+mn-lt"/>
                        </a:rPr>
                        <a:t>Continue use of the PAS package written by</a:t>
                      </a:r>
                      <a:r>
                        <a:rPr lang="ja-JP" sz="800" b="0" i="0" dirty="0">
                          <a:solidFill>
                            <a:srgbClr val="000000"/>
                          </a:solidFill>
                          <a:effectLst/>
                          <a:latin typeface="+mn-lt"/>
                          <a:ea typeface="Ubuntu" panose="020B0504030602030204" pitchFamily="34" charset="0"/>
                        </a:rPr>
                        <a:t> </a:t>
                      </a:r>
                      <a:r>
                        <a:rPr lang="en-US" sz="800" b="0" i="0" dirty="0">
                          <a:solidFill>
                            <a:srgbClr val="000000"/>
                          </a:solidFill>
                          <a:effectLst/>
                          <a:latin typeface="+mn-lt"/>
                        </a:rPr>
                        <a:t>Assembler</a:t>
                      </a:r>
                      <a:r>
                        <a:rPr lang="ja-JP" sz="800" b="0" i="0" dirty="0">
                          <a:solidFill>
                            <a:srgbClr val="000000"/>
                          </a:solidFill>
                          <a:effectLst/>
                          <a:latin typeface="+mn-lt"/>
                          <a:ea typeface="Ubuntu" panose="020B0504030602030204" pitchFamily="34" charset="0"/>
                        </a:rPr>
                        <a:t> </a:t>
                      </a:r>
                      <a:r>
                        <a:rPr lang="en-US" sz="800" b="0" i="0" dirty="0">
                          <a:solidFill>
                            <a:srgbClr val="000000"/>
                          </a:solidFill>
                          <a:effectLst/>
                          <a:latin typeface="+mn-lt"/>
                        </a:rPr>
                        <a:t>in the 1970s</a:t>
                      </a:r>
                      <a:r>
                        <a:rPr lang="ja-JP" sz="800" b="0" i="0" dirty="0">
                          <a:solidFill>
                            <a:srgbClr val="000000"/>
                          </a:solidFill>
                          <a:effectLst/>
                          <a:latin typeface="+mn-lt"/>
                          <a:ea typeface="Ubuntu" panose="020B0504030602030204" pitchFamily="34" charset="0"/>
                        </a:rPr>
                        <a:t> </a:t>
                      </a:r>
                      <a:r>
                        <a:rPr lang="en-US" sz="800" b="0" i="0" dirty="0">
                          <a:solidFill>
                            <a:srgbClr val="000000"/>
                          </a:solidFill>
                          <a:effectLst/>
                          <a:latin typeface="+mn-lt"/>
                        </a:rPr>
                        <a:t>​</a:t>
                      </a:r>
                    </a:p>
                    <a:p>
                      <a:pPr marL="0" marR="0" lvl="0" indent="2257" algn="l" rtl="0" fontAlgn="base">
                        <a:lnSpc>
                          <a:spcPct val="100000"/>
                        </a:lnSpc>
                        <a:buFont typeface="Arial" panose="020B0604020202020204" pitchFamily="34" charset="0"/>
                        <a:buChar char="•"/>
                      </a:pPr>
                      <a:r>
                        <a:rPr lang="en-US" sz="800" b="0" i="0" dirty="0">
                          <a:solidFill>
                            <a:srgbClr val="000000"/>
                          </a:solidFill>
                          <a:effectLst/>
                          <a:latin typeface="+mn-lt"/>
                        </a:rPr>
                        <a:t>Core functions required for new products are implemented in Assembler​</a:t>
                      </a:r>
                    </a:p>
                  </a:txBody>
                  <a:tcPr marL="51439" marR="51439" marT="25720" marB="2572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chemeClr val="tx2">
                        <a:lumMod val="10000"/>
                        <a:lumOff val="90000"/>
                      </a:schemeClr>
                    </a:solidFill>
                  </a:tcPr>
                </a:tc>
                <a:tc>
                  <a:txBody>
                    <a:bodyPr/>
                    <a:lstStyle/>
                    <a:p>
                      <a:pPr marL="0" marR="0" indent="0" algn="l" rtl="0" fontAlgn="base">
                        <a:lnSpc>
                          <a:spcPct val="100000"/>
                        </a:lnSpc>
                        <a:buNone/>
                      </a:pPr>
                      <a:r>
                        <a:rPr lang="en-US" sz="800" b="0" i="0" dirty="0">
                          <a:solidFill>
                            <a:srgbClr val="000000"/>
                          </a:solidFill>
                          <a:effectLst/>
                          <a:latin typeface="+mn-lt"/>
                        </a:rPr>
                        <a:t>Architecture/Design​</a:t>
                      </a:r>
                    </a:p>
                  </a:txBody>
                  <a:tcPr marL="51439" marR="51439" marT="25720" marB="2572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chemeClr val="tx2">
                        <a:lumMod val="10000"/>
                        <a:lumOff val="90000"/>
                      </a:schemeClr>
                    </a:solidFill>
                  </a:tcPr>
                </a:tc>
                <a:extLst>
                  <a:ext uri="{0D108BD9-81ED-4DB2-BD59-A6C34878D82A}">
                    <a16:rowId xmlns:a16="http://schemas.microsoft.com/office/drawing/2014/main" val="1573256646"/>
                  </a:ext>
                </a:extLst>
              </a:tr>
              <a:tr h="614132">
                <a:tc>
                  <a:txBody>
                    <a:bodyPr/>
                    <a:lstStyle/>
                    <a:p>
                      <a:pPr marL="0" marR="0" indent="0" algn="l" rtl="0" fontAlgn="base">
                        <a:lnSpc>
                          <a:spcPct val="100000"/>
                        </a:lnSpc>
                        <a:buNone/>
                      </a:pPr>
                      <a:r>
                        <a:rPr lang="en-US" sz="800" b="0" i="0">
                          <a:solidFill>
                            <a:srgbClr val="000000"/>
                          </a:solidFill>
                          <a:effectLst/>
                          <a:latin typeface="+mn-lt"/>
                        </a:rPr>
                        <a:t>4. Development productivity​</a:t>
                      </a:r>
                    </a:p>
                  </a:txBody>
                  <a:tcPr marL="51439" marR="51439" marT="25720" marB="25720">
                    <a:lnL w="6350" cap="flat" cmpd="sng" algn="ctr">
                      <a:solidFill>
                        <a:srgbClr val="BFBFB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tx2">
                        <a:lumMod val="10000"/>
                        <a:lumOff val="90000"/>
                      </a:schemeClr>
                    </a:solidFill>
                  </a:tcPr>
                </a:tc>
                <a:tc>
                  <a:txBody>
                    <a:bodyPr/>
                    <a:lstStyle/>
                    <a:p>
                      <a:pPr marL="0" marR="0" lvl="0" indent="2257" algn="l" rtl="0" fontAlgn="base">
                        <a:lnSpc>
                          <a:spcPct val="100000"/>
                        </a:lnSpc>
                        <a:buFont typeface="Arial" panose="020B0604020202020204" pitchFamily="34" charset="0"/>
                        <a:buChar char="•"/>
                      </a:pPr>
                      <a:r>
                        <a:rPr lang="en-US" sz="800" b="0" i="0" dirty="0">
                          <a:solidFill>
                            <a:srgbClr val="000000"/>
                          </a:solidFill>
                          <a:effectLst/>
                          <a:latin typeface="+mn-lt"/>
                        </a:rPr>
                        <a:t>Business rules embedded in legacy code are difficult to locate, assess and change consistently​</a:t>
                      </a:r>
                    </a:p>
                    <a:p>
                      <a:pPr marL="0" marR="0" lvl="0" indent="2257" algn="l" rtl="0" fontAlgn="base">
                        <a:lnSpc>
                          <a:spcPct val="100000"/>
                        </a:lnSpc>
                        <a:buFont typeface="Arial" panose="020B0604020202020204" pitchFamily="34" charset="0"/>
                        <a:buChar char="•"/>
                      </a:pPr>
                      <a:r>
                        <a:rPr lang="en-US" sz="800" b="0" i="0" dirty="0">
                          <a:solidFill>
                            <a:srgbClr val="000000"/>
                          </a:solidFill>
                          <a:effectLst/>
                          <a:latin typeface="+mn-lt"/>
                        </a:rPr>
                        <a:t>It</a:t>
                      </a:r>
                      <a:r>
                        <a:rPr lang="ja-JP" sz="800" b="0" i="0" dirty="0">
                          <a:solidFill>
                            <a:srgbClr val="000000"/>
                          </a:solidFill>
                          <a:effectLst/>
                          <a:latin typeface="+mn-lt"/>
                          <a:ea typeface="Ubuntu" panose="020B0504030602030204" pitchFamily="34" charset="0"/>
                        </a:rPr>
                        <a:t> </a:t>
                      </a:r>
                      <a:r>
                        <a:rPr lang="en-US" sz="800" b="0" i="0" dirty="0">
                          <a:solidFill>
                            <a:srgbClr val="000000"/>
                          </a:solidFill>
                          <a:effectLst/>
                          <a:latin typeface="+mn-lt"/>
                        </a:rPr>
                        <a:t>results in</a:t>
                      </a:r>
                      <a:r>
                        <a:rPr lang="ja-JP" sz="800" b="0" i="0" dirty="0">
                          <a:solidFill>
                            <a:srgbClr val="000000"/>
                          </a:solidFill>
                          <a:effectLst/>
                          <a:latin typeface="+mn-lt"/>
                          <a:ea typeface="Ubuntu" panose="020B0504030602030204" pitchFamily="34" charset="0"/>
                        </a:rPr>
                        <a:t> </a:t>
                      </a:r>
                      <a:r>
                        <a:rPr lang="en-US" sz="800" b="0" i="0" dirty="0">
                          <a:solidFill>
                            <a:srgbClr val="000000"/>
                          </a:solidFill>
                          <a:effectLst/>
                          <a:latin typeface="+mn-lt"/>
                        </a:rPr>
                        <a:t>an obstacle to transitioning to a microservices architecture</a:t>
                      </a:r>
                      <a:r>
                        <a:rPr lang="ja-JP" sz="800" b="0" i="0" dirty="0">
                          <a:solidFill>
                            <a:srgbClr val="000000"/>
                          </a:solidFill>
                          <a:effectLst/>
                          <a:latin typeface="+mn-lt"/>
                          <a:ea typeface="Ubuntu" panose="020B0504030602030204" pitchFamily="34" charset="0"/>
                        </a:rPr>
                        <a:t>​</a:t>
                      </a:r>
                      <a:endParaRPr lang="ja-JP" sz="800" b="0" i="0" dirty="0">
                        <a:solidFill>
                          <a:srgbClr val="000000"/>
                        </a:solidFill>
                        <a:effectLst/>
                        <a:latin typeface="+mn-lt"/>
                      </a:endParaRPr>
                    </a:p>
                  </a:txBody>
                  <a:tcPr marL="51439" marR="51439" marT="25720" marB="25720">
                    <a:lnL w="6350" cap="flat" cmpd="sng" algn="ctr">
                      <a:solidFill>
                        <a:srgbClr val="FFFFF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chemeClr val="tx2">
                        <a:lumMod val="10000"/>
                        <a:lumOff val="90000"/>
                      </a:schemeClr>
                    </a:solidFill>
                  </a:tcPr>
                </a:tc>
                <a:tc>
                  <a:txBody>
                    <a:bodyPr/>
                    <a:lstStyle/>
                    <a:p>
                      <a:pPr marL="0" marR="0" lvl="0" indent="2257" algn="l" rtl="0" fontAlgn="base">
                        <a:lnSpc>
                          <a:spcPct val="100000"/>
                        </a:lnSpc>
                        <a:buFont typeface="Arial" panose="020B0604020202020204" pitchFamily="34" charset="0"/>
                        <a:buChar char="•"/>
                      </a:pPr>
                      <a:r>
                        <a:rPr lang="en-US" sz="800" b="0" i="0" dirty="0">
                          <a:solidFill>
                            <a:srgbClr val="1E1E1E"/>
                          </a:solidFill>
                          <a:effectLst/>
                          <a:latin typeface="+mn-lt"/>
                        </a:rPr>
                        <a:t>Rules are not centralized across the mainframe and other applications, they exist in a fragmented state</a:t>
                      </a:r>
                      <a:r>
                        <a:rPr lang="en-US" sz="800" b="0" i="0" dirty="0">
                          <a:solidFill>
                            <a:srgbClr val="000000"/>
                          </a:solidFill>
                          <a:effectLst/>
                          <a:latin typeface="+mn-lt"/>
                        </a:rPr>
                        <a:t>​</a:t>
                      </a:r>
                    </a:p>
                    <a:p>
                      <a:pPr marL="0" marR="0" lvl="0" indent="2257" algn="l" rtl="0" fontAlgn="base">
                        <a:lnSpc>
                          <a:spcPct val="100000"/>
                        </a:lnSpc>
                        <a:buFont typeface="Arial" panose="020B0604020202020204" pitchFamily="34" charset="0"/>
                        <a:buChar char="•"/>
                      </a:pPr>
                      <a:r>
                        <a:rPr lang="en-US" sz="800" b="0" i="0" dirty="0">
                          <a:solidFill>
                            <a:srgbClr val="000000"/>
                          </a:solidFill>
                          <a:effectLst/>
                          <a:latin typeface="+mn-lt"/>
                        </a:rPr>
                        <a:t>Rules are redundantly defined across multiple modules and hard-coded​</a:t>
                      </a:r>
                    </a:p>
                    <a:p>
                      <a:pPr marL="0" marR="0" lvl="0" indent="2257" algn="l" rtl="0" fontAlgn="base">
                        <a:lnSpc>
                          <a:spcPct val="100000"/>
                        </a:lnSpc>
                        <a:buFont typeface="Arial" panose="020B0604020202020204" pitchFamily="34" charset="0"/>
                        <a:buChar char="•"/>
                      </a:pPr>
                      <a:r>
                        <a:rPr lang="en-US" sz="800" b="0" i="0" dirty="0">
                          <a:solidFill>
                            <a:srgbClr val="000000"/>
                          </a:solidFill>
                          <a:effectLst/>
                          <a:latin typeface="+mn-lt"/>
                        </a:rPr>
                        <a:t>It takes a long time to analyze the scope of impact for business rule changes​</a:t>
                      </a:r>
                    </a:p>
                  </a:txBody>
                  <a:tcPr marL="51439" marR="51439" marT="25720" marB="2572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chemeClr val="tx2">
                        <a:lumMod val="10000"/>
                        <a:lumOff val="90000"/>
                      </a:schemeClr>
                    </a:solidFill>
                  </a:tcPr>
                </a:tc>
                <a:tc>
                  <a:txBody>
                    <a:bodyPr/>
                    <a:lstStyle/>
                    <a:p>
                      <a:pPr marL="0" marR="0" indent="0" algn="l" rtl="0" fontAlgn="base">
                        <a:lnSpc>
                          <a:spcPct val="100000"/>
                        </a:lnSpc>
                        <a:buNone/>
                      </a:pPr>
                      <a:r>
                        <a:rPr lang="en-US" sz="800" b="0" i="0" dirty="0">
                          <a:solidFill>
                            <a:srgbClr val="000000"/>
                          </a:solidFill>
                          <a:effectLst/>
                          <a:latin typeface="+mn-lt"/>
                        </a:rPr>
                        <a:t>Architecture/Design​</a:t>
                      </a:r>
                    </a:p>
                  </a:txBody>
                  <a:tcPr marL="51439" marR="51439" marT="25720" marB="2572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chemeClr val="tx2">
                        <a:lumMod val="10000"/>
                        <a:lumOff val="90000"/>
                      </a:schemeClr>
                    </a:solidFill>
                  </a:tcPr>
                </a:tc>
                <a:extLst>
                  <a:ext uri="{0D108BD9-81ED-4DB2-BD59-A6C34878D82A}">
                    <a16:rowId xmlns:a16="http://schemas.microsoft.com/office/drawing/2014/main" val="444664843"/>
                  </a:ext>
                </a:extLst>
              </a:tr>
              <a:tr h="282439">
                <a:tc>
                  <a:txBody>
                    <a:bodyPr/>
                    <a:lstStyle/>
                    <a:p>
                      <a:pPr marL="0" marR="0" indent="0" algn="l" rtl="0" fontAlgn="base">
                        <a:lnSpc>
                          <a:spcPct val="100000"/>
                        </a:lnSpc>
                        <a:buNone/>
                      </a:pPr>
                      <a:r>
                        <a:rPr lang="en-US" sz="800" b="1" i="0">
                          <a:solidFill>
                            <a:srgbClr val="1E1E1E"/>
                          </a:solidFill>
                          <a:effectLst/>
                          <a:latin typeface="+mn-lt"/>
                        </a:rPr>
                        <a:t>5. CI/CD pipelines</a:t>
                      </a:r>
                      <a:r>
                        <a:rPr lang="en-US" sz="800" b="0" i="0">
                          <a:solidFill>
                            <a:srgbClr val="000000"/>
                          </a:solidFill>
                          <a:effectLst/>
                          <a:latin typeface="+mn-lt"/>
                        </a:rPr>
                        <a:t>​</a:t>
                      </a:r>
                    </a:p>
                  </a:txBody>
                  <a:tcPr marL="51439" marR="51439" marT="25720" marB="25720">
                    <a:lnL w="6350" cap="flat" cmpd="sng" algn="ctr">
                      <a:solidFill>
                        <a:srgbClr val="BFBFB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marL="0" marR="0" lvl="0" indent="2257" algn="l" rtl="0" fontAlgn="base">
                        <a:lnSpc>
                          <a:spcPct val="100000"/>
                        </a:lnSpc>
                        <a:buFont typeface="Arial" panose="020B0604020202020204" pitchFamily="34" charset="0"/>
                        <a:buChar char="•"/>
                      </a:pPr>
                      <a:r>
                        <a:rPr lang="en-US" sz="800" b="0" i="0">
                          <a:solidFill>
                            <a:srgbClr val="000000"/>
                          </a:solidFill>
                          <a:effectLst/>
                          <a:latin typeface="+mn-lt"/>
                        </a:rPr>
                        <a:t>Responses to security vulnerabilities are slow​</a:t>
                      </a:r>
                    </a:p>
                  </a:txBody>
                  <a:tcPr marL="51439" marR="51439" marT="25720" marB="25720">
                    <a:lnL w="6350" cap="flat" cmpd="sng" algn="ctr">
                      <a:solidFill>
                        <a:srgbClr val="FFFFF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marR="0" lvl="0" indent="2257" algn="l" rtl="0" fontAlgn="base">
                        <a:lnSpc>
                          <a:spcPct val="100000"/>
                        </a:lnSpc>
                        <a:buFont typeface="Arial" panose="020B0604020202020204" pitchFamily="34" charset="0"/>
                        <a:buChar char="•"/>
                      </a:pPr>
                      <a:r>
                        <a:rPr lang="en-US" sz="800" b="0" i="0">
                          <a:solidFill>
                            <a:srgbClr val="000000"/>
                          </a:solidFill>
                          <a:effectLst/>
                          <a:latin typeface="+mn-lt"/>
                        </a:rPr>
                        <a:t>No regression test suite; testing and deployment are conducted manually​</a:t>
                      </a:r>
                    </a:p>
                  </a:txBody>
                  <a:tcPr marL="51439" marR="51439" marT="25720" marB="2572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marR="0" indent="0" algn="l" rtl="0" fontAlgn="base">
                        <a:lnSpc>
                          <a:spcPct val="100000"/>
                        </a:lnSpc>
                        <a:buNone/>
                      </a:pPr>
                      <a:r>
                        <a:rPr lang="en-US" sz="800" b="0" i="0">
                          <a:solidFill>
                            <a:srgbClr val="000000"/>
                          </a:solidFill>
                          <a:effectLst/>
                          <a:latin typeface="+mn-lt"/>
                        </a:rPr>
                        <a:t>Architecture/Design​</a:t>
                      </a:r>
                    </a:p>
                  </a:txBody>
                  <a:tcPr marL="51439" marR="51439" marT="25720" marB="2572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339473524"/>
                  </a:ext>
                </a:extLst>
              </a:tr>
              <a:tr h="614132">
                <a:tc>
                  <a:txBody>
                    <a:bodyPr/>
                    <a:lstStyle/>
                    <a:p>
                      <a:pPr marL="0" marR="0" indent="0" algn="l" rtl="0" fontAlgn="base">
                        <a:lnSpc>
                          <a:spcPct val="100000"/>
                        </a:lnSpc>
                        <a:buNone/>
                      </a:pPr>
                      <a:r>
                        <a:rPr lang="en-US" sz="800" b="0" i="0" dirty="0">
                          <a:solidFill>
                            <a:srgbClr val="000000"/>
                          </a:solidFill>
                          <a:effectLst/>
                          <a:latin typeface="+mn-lt"/>
                        </a:rPr>
                        <a:t>6. Mainframe productivity​</a:t>
                      </a:r>
                    </a:p>
                  </a:txBody>
                  <a:tcPr marL="51439" marR="51439" marT="25720" marB="25720">
                    <a:lnL w="6350" cap="flat" cmpd="sng" algn="ctr">
                      <a:solidFill>
                        <a:srgbClr val="BFBFB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tx2">
                        <a:lumMod val="10000"/>
                        <a:lumOff val="90000"/>
                      </a:schemeClr>
                    </a:solidFill>
                  </a:tcPr>
                </a:tc>
                <a:tc>
                  <a:txBody>
                    <a:bodyPr/>
                    <a:lstStyle/>
                    <a:p>
                      <a:pPr marL="0" marR="0" lvl="0" indent="2257" algn="l" rtl="0" fontAlgn="base">
                        <a:lnSpc>
                          <a:spcPct val="100000"/>
                        </a:lnSpc>
                        <a:buFont typeface="Arial" panose="020B0604020202020204" pitchFamily="34" charset="0"/>
                        <a:buChar char="•"/>
                      </a:pPr>
                      <a:r>
                        <a:rPr lang="en-US" sz="800" b="0" i="0" dirty="0">
                          <a:solidFill>
                            <a:srgbClr val="000000"/>
                          </a:solidFill>
                          <a:effectLst/>
                          <a:latin typeface="+mn-lt"/>
                        </a:rPr>
                        <a:t>Low productivity and insufficient quality in mainframe development​</a:t>
                      </a:r>
                    </a:p>
                  </a:txBody>
                  <a:tcPr marL="51439" marR="51439" marT="25720" marB="25720">
                    <a:lnL w="6350" cap="flat" cmpd="sng" algn="ctr">
                      <a:solidFill>
                        <a:srgbClr val="FFFFF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chemeClr val="tx2">
                        <a:lumMod val="10000"/>
                        <a:lumOff val="90000"/>
                      </a:schemeClr>
                    </a:solidFill>
                  </a:tcPr>
                </a:tc>
                <a:tc>
                  <a:txBody>
                    <a:bodyPr/>
                    <a:lstStyle/>
                    <a:p>
                      <a:pPr marL="0" marR="0" lvl="0" indent="2257" algn="l" rtl="0" fontAlgn="base">
                        <a:lnSpc>
                          <a:spcPct val="100000"/>
                        </a:lnSpc>
                        <a:buFont typeface="Arial" panose="020B0604020202020204" pitchFamily="34" charset="0"/>
                        <a:buChar char="•"/>
                      </a:pPr>
                      <a:r>
                        <a:rPr lang="en-US" sz="800" b="0" i="0" dirty="0">
                          <a:solidFill>
                            <a:srgbClr val="000000"/>
                          </a:solidFill>
                          <a:effectLst/>
                          <a:latin typeface="+mn-lt"/>
                        </a:rPr>
                        <a:t>Modern development tools /</a:t>
                      </a:r>
                      <a:r>
                        <a:rPr lang="ja-JP" sz="800" b="0" i="0" dirty="0">
                          <a:solidFill>
                            <a:srgbClr val="000000"/>
                          </a:solidFill>
                          <a:effectLst/>
                          <a:latin typeface="+mn-lt"/>
                          <a:ea typeface="Ubuntu" panose="020B0504030602030204" pitchFamily="34" charset="0"/>
                        </a:rPr>
                        <a:t> </a:t>
                      </a:r>
                      <a:r>
                        <a:rPr lang="en-US" sz="800" b="0" i="0" dirty="0">
                          <a:solidFill>
                            <a:srgbClr val="000000"/>
                          </a:solidFill>
                          <a:effectLst/>
                          <a:latin typeface="+mn-lt"/>
                        </a:rPr>
                        <a:t>test</a:t>
                      </a:r>
                      <a:r>
                        <a:rPr lang="ja-JP" sz="800" b="0" i="0" dirty="0">
                          <a:solidFill>
                            <a:srgbClr val="000000"/>
                          </a:solidFill>
                          <a:effectLst/>
                          <a:latin typeface="+mn-lt"/>
                          <a:ea typeface="Ubuntu" panose="020B0504030602030204" pitchFamily="34" charset="0"/>
                        </a:rPr>
                        <a:t> </a:t>
                      </a:r>
                      <a:r>
                        <a:rPr lang="en-US" sz="800" b="0" i="0" dirty="0">
                          <a:solidFill>
                            <a:srgbClr val="000000"/>
                          </a:solidFill>
                          <a:effectLst/>
                          <a:latin typeface="+mn-lt"/>
                        </a:rPr>
                        <a:t>automation</a:t>
                      </a:r>
                      <a:r>
                        <a:rPr lang="ja-JP" sz="800" b="0" i="0" dirty="0">
                          <a:solidFill>
                            <a:srgbClr val="000000"/>
                          </a:solidFill>
                          <a:effectLst/>
                          <a:latin typeface="+mn-lt"/>
                          <a:ea typeface="Ubuntu" panose="020B0504030602030204" pitchFamily="34" charset="0"/>
                        </a:rPr>
                        <a:t> </a:t>
                      </a:r>
                      <a:r>
                        <a:rPr lang="en-US" sz="800" b="0" i="0" dirty="0">
                          <a:solidFill>
                            <a:srgbClr val="000000"/>
                          </a:solidFill>
                          <a:effectLst/>
                          <a:latin typeface="+mn-lt"/>
                        </a:rPr>
                        <a:t>tool</a:t>
                      </a:r>
                      <a:r>
                        <a:rPr lang="ja-JP" sz="800" b="0" i="0" dirty="0">
                          <a:solidFill>
                            <a:srgbClr val="000000"/>
                          </a:solidFill>
                          <a:effectLst/>
                          <a:latin typeface="+mn-lt"/>
                          <a:ea typeface="Ubuntu" panose="020B0504030602030204" pitchFamily="34" charset="0"/>
                        </a:rPr>
                        <a:t> </a:t>
                      </a:r>
                      <a:r>
                        <a:rPr lang="en-US" sz="800" b="0" i="0" dirty="0">
                          <a:solidFill>
                            <a:srgbClr val="000000"/>
                          </a:solidFill>
                          <a:effectLst/>
                          <a:latin typeface="+mn-lt"/>
                        </a:rPr>
                        <a:t>are not used​</a:t>
                      </a:r>
                    </a:p>
                    <a:p>
                      <a:pPr marL="0" marR="0" lvl="0" indent="2257" algn="l" rtl="0" fontAlgn="base">
                        <a:lnSpc>
                          <a:spcPct val="100000"/>
                        </a:lnSpc>
                        <a:buFont typeface="Arial" panose="020B0604020202020204" pitchFamily="34" charset="0"/>
                        <a:buChar char="•"/>
                      </a:pPr>
                      <a:r>
                        <a:rPr lang="en-US" sz="800" b="0" i="0" dirty="0">
                          <a:solidFill>
                            <a:srgbClr val="000000"/>
                          </a:solidFill>
                          <a:effectLst/>
                          <a:latin typeface="+mn-lt"/>
                        </a:rPr>
                        <a:t>No culture of creating stubs to execute unit testing in the mainframe environment​</a:t>
                      </a:r>
                    </a:p>
                    <a:p>
                      <a:pPr marL="0" marR="0" lvl="0" indent="2257" algn="l" rtl="0" fontAlgn="base">
                        <a:lnSpc>
                          <a:spcPct val="100000"/>
                        </a:lnSpc>
                        <a:buFont typeface="Arial" panose="020B0604020202020204" pitchFamily="34" charset="0"/>
                        <a:buChar char="•"/>
                      </a:pPr>
                      <a:r>
                        <a:rPr lang="en-US" sz="800" b="0" i="0" dirty="0">
                          <a:solidFill>
                            <a:srgbClr val="000000"/>
                          </a:solidFill>
                          <a:effectLst/>
                          <a:latin typeface="+mn-lt"/>
                        </a:rPr>
                        <a:t>Source repository management is not established​</a:t>
                      </a:r>
                    </a:p>
                  </a:txBody>
                  <a:tcPr marL="51439" marR="51439" marT="25720" marB="2572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chemeClr val="tx2">
                        <a:lumMod val="10000"/>
                        <a:lumOff val="90000"/>
                      </a:schemeClr>
                    </a:solidFill>
                  </a:tcPr>
                </a:tc>
                <a:tc>
                  <a:txBody>
                    <a:bodyPr/>
                    <a:lstStyle/>
                    <a:p>
                      <a:pPr marL="0" marR="0" indent="0" algn="l" rtl="0" fontAlgn="base">
                        <a:lnSpc>
                          <a:spcPct val="100000"/>
                        </a:lnSpc>
                        <a:buNone/>
                      </a:pPr>
                      <a:r>
                        <a:rPr lang="en-US" sz="800" b="0" i="0" dirty="0">
                          <a:solidFill>
                            <a:srgbClr val="000000"/>
                          </a:solidFill>
                          <a:effectLst/>
                          <a:latin typeface="+mn-lt"/>
                        </a:rPr>
                        <a:t>AI-enabled SDLC​</a:t>
                      </a:r>
                    </a:p>
                  </a:txBody>
                  <a:tcPr marL="51439" marR="51439" marT="25720" marB="2572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chemeClr val="tx2">
                        <a:lumMod val="10000"/>
                        <a:lumOff val="90000"/>
                      </a:schemeClr>
                    </a:solidFill>
                  </a:tcPr>
                </a:tc>
                <a:extLst>
                  <a:ext uri="{0D108BD9-81ED-4DB2-BD59-A6C34878D82A}">
                    <a16:rowId xmlns:a16="http://schemas.microsoft.com/office/drawing/2014/main" val="2421203017"/>
                  </a:ext>
                </a:extLst>
              </a:tr>
              <a:tr h="448107">
                <a:tc>
                  <a:txBody>
                    <a:bodyPr/>
                    <a:lstStyle/>
                    <a:p>
                      <a:pPr marL="0" marR="0" indent="0" algn="l" rtl="0" fontAlgn="base">
                        <a:lnSpc>
                          <a:spcPct val="100000"/>
                        </a:lnSpc>
                        <a:buNone/>
                      </a:pPr>
                      <a:r>
                        <a:rPr lang="en-US" sz="800" b="0" i="0">
                          <a:solidFill>
                            <a:srgbClr val="000000"/>
                          </a:solidFill>
                          <a:effectLst/>
                          <a:latin typeface="+mn-lt"/>
                        </a:rPr>
                        <a:t>7. Test architecture and data​</a:t>
                      </a:r>
                    </a:p>
                  </a:txBody>
                  <a:tcPr marL="51439" marR="51439" marT="25720" marB="25720">
                    <a:lnL w="6350" cap="flat" cmpd="sng" algn="ctr">
                      <a:solidFill>
                        <a:srgbClr val="BFBFB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marL="0" marR="0" lvl="0" indent="2257" algn="l" rtl="0" fontAlgn="base">
                        <a:lnSpc>
                          <a:spcPct val="100000"/>
                        </a:lnSpc>
                        <a:buFont typeface="Arial" panose="020B0604020202020204" pitchFamily="34" charset="0"/>
                        <a:buChar char="•"/>
                      </a:pPr>
                      <a:r>
                        <a:rPr lang="en-US" sz="800" b="0" i="0">
                          <a:solidFill>
                            <a:srgbClr val="000000"/>
                          </a:solidFill>
                          <a:effectLst/>
                          <a:latin typeface="+mn-lt"/>
                        </a:rPr>
                        <a:t>Complex database relationships require consistent cross-system test data​</a:t>
                      </a:r>
                    </a:p>
                    <a:p>
                      <a:pPr marL="0" marR="0" lvl="0" indent="2257" algn="l" rtl="0" fontAlgn="base">
                        <a:lnSpc>
                          <a:spcPct val="100000"/>
                        </a:lnSpc>
                        <a:buFont typeface="Arial" panose="020B0604020202020204" pitchFamily="34" charset="0"/>
                        <a:buChar char="•"/>
                      </a:pPr>
                      <a:r>
                        <a:rPr lang="en-US" sz="800" b="0" i="0">
                          <a:solidFill>
                            <a:srgbClr val="000000"/>
                          </a:solidFill>
                          <a:effectLst/>
                          <a:latin typeface="+mn-lt"/>
                        </a:rPr>
                        <a:t>Creating test data is difficult and time-consuming​</a:t>
                      </a:r>
                    </a:p>
                  </a:txBody>
                  <a:tcPr marL="51439" marR="51439" marT="25720" marB="25720">
                    <a:lnL w="6350" cap="flat" cmpd="sng" algn="ctr">
                      <a:solidFill>
                        <a:srgbClr val="FFFFF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marR="0" lvl="0" indent="2257" algn="l" rtl="0" fontAlgn="base">
                        <a:lnSpc>
                          <a:spcPct val="100000"/>
                        </a:lnSpc>
                        <a:buFont typeface="Arial" panose="020B0604020202020204" pitchFamily="34" charset="0"/>
                        <a:buChar char="•"/>
                      </a:pPr>
                      <a:r>
                        <a:rPr lang="en-US" sz="800" b="0" i="0" dirty="0">
                          <a:solidFill>
                            <a:srgbClr val="000000"/>
                          </a:solidFill>
                          <a:effectLst/>
                          <a:latin typeface="+mn-lt"/>
                        </a:rPr>
                        <a:t>Need to run batch jobs repeatedly to generate the required test data,</a:t>
                      </a:r>
                      <a:r>
                        <a:rPr lang="ja-JP" sz="800" b="0" i="0" dirty="0">
                          <a:solidFill>
                            <a:srgbClr val="000000"/>
                          </a:solidFill>
                          <a:effectLst/>
                          <a:latin typeface="+mn-lt"/>
                          <a:ea typeface="Ubuntu" panose="020B0504030602030204" pitchFamily="34" charset="0"/>
                        </a:rPr>
                        <a:t> </a:t>
                      </a:r>
                      <a:r>
                        <a:rPr lang="en-US" sz="800" b="0" i="0" dirty="0">
                          <a:solidFill>
                            <a:srgbClr val="000000"/>
                          </a:solidFill>
                          <a:effectLst/>
                          <a:latin typeface="+mn-lt"/>
                        </a:rPr>
                        <a:t>since testing requires simulating events for</a:t>
                      </a:r>
                      <a:r>
                        <a:rPr lang="ja-JP" sz="800" b="0" i="0" dirty="0">
                          <a:solidFill>
                            <a:srgbClr val="000000"/>
                          </a:solidFill>
                          <a:effectLst/>
                          <a:latin typeface="+mn-lt"/>
                          <a:ea typeface="Ubuntu" panose="020B0504030602030204" pitchFamily="34" charset="0"/>
                        </a:rPr>
                        <a:t> </a:t>
                      </a:r>
                      <a:r>
                        <a:rPr lang="en-US" sz="800" b="0" i="0" dirty="0">
                          <a:solidFill>
                            <a:srgbClr val="000000"/>
                          </a:solidFill>
                          <a:effectLst/>
                          <a:latin typeface="+mn-lt"/>
                        </a:rPr>
                        <a:t>10 years​</a:t>
                      </a:r>
                    </a:p>
                  </a:txBody>
                  <a:tcPr marL="51439" marR="51439" marT="25720" marB="2572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marR="0" indent="0" algn="l" rtl="0" fontAlgn="base">
                        <a:lnSpc>
                          <a:spcPct val="100000"/>
                        </a:lnSpc>
                        <a:buNone/>
                      </a:pPr>
                      <a:r>
                        <a:rPr lang="en-US" sz="800" b="0" i="0">
                          <a:solidFill>
                            <a:srgbClr val="000000"/>
                          </a:solidFill>
                          <a:effectLst/>
                          <a:latin typeface="+mn-lt"/>
                        </a:rPr>
                        <a:t>AI-powered Knowledge​</a:t>
                      </a:r>
                    </a:p>
                  </a:txBody>
                  <a:tcPr marL="51439" marR="51439" marT="25720" marB="2572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4219504524"/>
                  </a:ext>
                </a:extLst>
              </a:tr>
              <a:tr h="614132">
                <a:tc>
                  <a:txBody>
                    <a:bodyPr/>
                    <a:lstStyle/>
                    <a:p>
                      <a:pPr marL="0" marR="0" indent="0" algn="l" rtl="0" fontAlgn="base">
                        <a:lnSpc>
                          <a:spcPct val="100000"/>
                        </a:lnSpc>
                        <a:buNone/>
                      </a:pPr>
                      <a:r>
                        <a:rPr lang="en-US" sz="800" b="0" i="0" dirty="0">
                          <a:solidFill>
                            <a:srgbClr val="000000"/>
                          </a:solidFill>
                          <a:effectLst/>
                          <a:latin typeface="+mn-lt"/>
                        </a:rPr>
                        <a:t>8. Sourcing and knowledge​</a:t>
                      </a:r>
                    </a:p>
                  </a:txBody>
                  <a:tcPr marL="51439" marR="51439" marT="25720" marB="25720">
                    <a:lnL w="6350" cap="flat" cmpd="sng" algn="ctr">
                      <a:solidFill>
                        <a:srgbClr val="BFBFB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tx2">
                        <a:lumMod val="10000"/>
                        <a:lumOff val="90000"/>
                      </a:schemeClr>
                    </a:solidFill>
                  </a:tcPr>
                </a:tc>
                <a:tc>
                  <a:txBody>
                    <a:bodyPr/>
                    <a:lstStyle/>
                    <a:p>
                      <a:pPr marL="0" marR="0" lvl="0" indent="2257" algn="l" rtl="0" fontAlgn="base">
                        <a:lnSpc>
                          <a:spcPct val="100000"/>
                        </a:lnSpc>
                        <a:buFont typeface="Arial" panose="020B0604020202020204" pitchFamily="34" charset="0"/>
                        <a:buChar char="•"/>
                      </a:pPr>
                      <a:r>
                        <a:rPr lang="en-US" sz="800" b="0" i="0" dirty="0">
                          <a:solidFill>
                            <a:srgbClr val="000000"/>
                          </a:solidFill>
                          <a:effectLst/>
                          <a:latin typeface="+mn-lt"/>
                        </a:rPr>
                        <a:t>High vendor dependence, vendor lock-in and business-continuity risk from concentrated expertise.​</a:t>
                      </a:r>
                    </a:p>
                    <a:p>
                      <a:pPr marL="0" marR="0" lvl="0" indent="2257" algn="l" rtl="0" fontAlgn="base">
                        <a:lnSpc>
                          <a:spcPct val="100000"/>
                        </a:lnSpc>
                        <a:buFont typeface="Arial" panose="020B0604020202020204" pitchFamily="34" charset="0"/>
                        <a:buChar char="•"/>
                      </a:pPr>
                      <a:r>
                        <a:rPr lang="en-US" sz="800" b="0" i="0" dirty="0">
                          <a:solidFill>
                            <a:srgbClr val="000000"/>
                          </a:solidFill>
                          <a:effectLst/>
                          <a:latin typeface="+mn-lt"/>
                        </a:rPr>
                        <a:t>There is a shortage of Assembler engineers,</a:t>
                      </a:r>
                      <a:r>
                        <a:rPr lang="ja-JP" sz="800" b="0" i="0" dirty="0">
                          <a:solidFill>
                            <a:srgbClr val="000000"/>
                          </a:solidFill>
                          <a:effectLst/>
                          <a:latin typeface="+mn-lt"/>
                          <a:ea typeface="Ubuntu" panose="020B0504030602030204" pitchFamily="34" charset="0"/>
                        </a:rPr>
                        <a:t> </a:t>
                      </a:r>
                      <a:r>
                        <a:rPr lang="en-US" sz="800" b="0" i="0" dirty="0">
                          <a:solidFill>
                            <a:srgbClr val="000000"/>
                          </a:solidFill>
                          <a:effectLst/>
                          <a:latin typeface="+mn-lt"/>
                        </a:rPr>
                        <a:t>making it difficult to recruit talent externally.​</a:t>
                      </a:r>
                    </a:p>
                  </a:txBody>
                  <a:tcPr marL="51439" marR="51439" marT="25720" marB="25720">
                    <a:lnL w="6350" cap="flat" cmpd="sng" algn="ctr">
                      <a:solidFill>
                        <a:srgbClr val="FFFFF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chemeClr val="tx2">
                        <a:lumMod val="10000"/>
                        <a:lumOff val="90000"/>
                      </a:schemeClr>
                    </a:solidFill>
                  </a:tcPr>
                </a:tc>
                <a:tc>
                  <a:txBody>
                    <a:bodyPr/>
                    <a:lstStyle/>
                    <a:p>
                      <a:pPr marL="0" marR="0" lvl="0" indent="2257" algn="l" rtl="0" fontAlgn="base">
                        <a:lnSpc>
                          <a:spcPct val="100000"/>
                        </a:lnSpc>
                        <a:buFont typeface="Arial" panose="020B0604020202020204" pitchFamily="34" charset="0"/>
                        <a:buChar char="•"/>
                      </a:pPr>
                      <a:r>
                        <a:rPr lang="en-US" sz="800" b="0" i="0" dirty="0">
                          <a:solidFill>
                            <a:srgbClr val="000000"/>
                          </a:solidFill>
                          <a:effectLst/>
                          <a:latin typeface="+mn-lt"/>
                        </a:rPr>
                        <a:t>Consultants are assigned application by application across a large portfolio​</a:t>
                      </a:r>
                    </a:p>
                    <a:p>
                      <a:pPr marL="0" marR="0" lvl="0" indent="2257" algn="l" rtl="0" fontAlgn="base">
                        <a:lnSpc>
                          <a:spcPct val="100000"/>
                        </a:lnSpc>
                        <a:buFont typeface="Arial" panose="020B0604020202020204" pitchFamily="34" charset="0"/>
                        <a:buChar char="•"/>
                      </a:pPr>
                      <a:r>
                        <a:rPr lang="en-US" sz="800" b="0" i="0" dirty="0">
                          <a:solidFill>
                            <a:srgbClr val="000000"/>
                          </a:solidFill>
                          <a:effectLst/>
                          <a:latin typeface="+mn-lt"/>
                        </a:rPr>
                        <a:t>Application knowledge is concentrated among specific vendor personnel​</a:t>
                      </a:r>
                    </a:p>
                    <a:p>
                      <a:pPr marL="0" marR="0" lvl="0" indent="2257" algn="l" rtl="0" fontAlgn="base">
                        <a:lnSpc>
                          <a:spcPct val="100000"/>
                        </a:lnSpc>
                        <a:buFont typeface="Arial" panose="020B0604020202020204" pitchFamily="34" charset="0"/>
                        <a:buChar char="•"/>
                      </a:pPr>
                      <a:r>
                        <a:rPr lang="en-US" sz="800" b="0" i="0" dirty="0">
                          <a:solidFill>
                            <a:srgbClr val="000000"/>
                          </a:solidFill>
                          <a:effectLst/>
                          <a:latin typeface="+mn-lt"/>
                        </a:rPr>
                        <a:t>Only 3-5 aged developers (over 75</a:t>
                      </a:r>
                      <a:r>
                        <a:rPr lang="ja-JP" sz="800" b="0" i="0" dirty="0">
                          <a:solidFill>
                            <a:srgbClr val="000000"/>
                          </a:solidFill>
                          <a:effectLst/>
                          <a:latin typeface="+mn-lt"/>
                          <a:ea typeface="Ubuntu" panose="020B0504030602030204" pitchFamily="34" charset="0"/>
                        </a:rPr>
                        <a:t> </a:t>
                      </a:r>
                      <a:r>
                        <a:rPr lang="en-US" sz="800" b="0" i="0" dirty="0">
                          <a:solidFill>
                            <a:srgbClr val="000000"/>
                          </a:solidFill>
                          <a:effectLst/>
                          <a:latin typeface="+mn-lt"/>
                        </a:rPr>
                        <a:t>yrs-old)</a:t>
                      </a:r>
                      <a:r>
                        <a:rPr lang="ja-JP" sz="800" b="0" i="0" dirty="0">
                          <a:solidFill>
                            <a:srgbClr val="000000"/>
                          </a:solidFill>
                          <a:effectLst/>
                          <a:latin typeface="+mn-lt"/>
                          <a:ea typeface="Ubuntu" panose="020B0504030602030204" pitchFamily="34" charset="0"/>
                        </a:rPr>
                        <a:t> </a:t>
                      </a:r>
                      <a:r>
                        <a:rPr lang="en-US" sz="800" b="0" i="0" dirty="0">
                          <a:solidFill>
                            <a:srgbClr val="000000"/>
                          </a:solidFill>
                          <a:effectLst/>
                          <a:latin typeface="+mn-lt"/>
                        </a:rPr>
                        <a:t>change Assembler-based core functions​</a:t>
                      </a:r>
                    </a:p>
                  </a:txBody>
                  <a:tcPr marL="51439" marR="51439" marT="25720" marB="2572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chemeClr val="tx2">
                        <a:lumMod val="10000"/>
                        <a:lumOff val="90000"/>
                      </a:schemeClr>
                    </a:solidFill>
                  </a:tcPr>
                </a:tc>
                <a:tc>
                  <a:txBody>
                    <a:bodyPr/>
                    <a:lstStyle/>
                    <a:p>
                      <a:pPr marL="0" marR="0" indent="0" algn="l" rtl="0" fontAlgn="base">
                        <a:lnSpc>
                          <a:spcPct val="100000"/>
                        </a:lnSpc>
                        <a:buNone/>
                      </a:pPr>
                      <a:r>
                        <a:rPr lang="en-US" sz="800" b="0" i="0" dirty="0">
                          <a:solidFill>
                            <a:srgbClr val="000000"/>
                          </a:solidFill>
                          <a:effectLst/>
                          <a:latin typeface="+mn-lt"/>
                        </a:rPr>
                        <a:t>AI-powered Knowledge​</a:t>
                      </a:r>
                    </a:p>
                  </a:txBody>
                  <a:tcPr marL="51439" marR="51439" marT="25720" marB="2572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chemeClr val="tx2">
                        <a:lumMod val="10000"/>
                        <a:lumOff val="90000"/>
                      </a:schemeClr>
                    </a:solidFill>
                  </a:tcPr>
                </a:tc>
                <a:extLst>
                  <a:ext uri="{0D108BD9-81ED-4DB2-BD59-A6C34878D82A}">
                    <a16:rowId xmlns:a16="http://schemas.microsoft.com/office/drawing/2014/main" val="1865822414"/>
                  </a:ext>
                </a:extLst>
              </a:tr>
              <a:tr h="614132">
                <a:tc>
                  <a:txBody>
                    <a:bodyPr/>
                    <a:lstStyle/>
                    <a:p>
                      <a:pPr marL="0" marR="0" indent="0" algn="l" rtl="0" fontAlgn="base">
                        <a:lnSpc>
                          <a:spcPct val="100000"/>
                        </a:lnSpc>
                        <a:buNone/>
                      </a:pPr>
                      <a:r>
                        <a:rPr lang="en-US" sz="800" b="0" i="0">
                          <a:solidFill>
                            <a:srgbClr val="000000"/>
                          </a:solidFill>
                          <a:effectLst/>
                          <a:latin typeface="+mn-lt"/>
                        </a:rPr>
                        <a:t>9. </a:t>
                      </a:r>
                      <a:r>
                        <a:rPr lang="en-US" sz="800" b="1" i="0">
                          <a:solidFill>
                            <a:srgbClr val="17365D"/>
                          </a:solidFill>
                          <a:effectLst/>
                          <a:latin typeface="+mn-lt"/>
                        </a:rPr>
                        <a:t>Requirements documentation</a:t>
                      </a:r>
                      <a:r>
                        <a:rPr lang="en-US" sz="800" b="0" i="0">
                          <a:solidFill>
                            <a:srgbClr val="000000"/>
                          </a:solidFill>
                          <a:effectLst/>
                          <a:latin typeface="+mn-lt"/>
                        </a:rPr>
                        <a:t>​</a:t>
                      </a:r>
                    </a:p>
                  </a:txBody>
                  <a:tcPr marL="51439" marR="51439" marT="25720" marB="25720">
                    <a:lnL w="6350" cap="flat" cmpd="sng" algn="ctr">
                      <a:solidFill>
                        <a:srgbClr val="BFBFB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marL="0" marR="0" lvl="0" indent="2257" algn="l" rtl="0" fontAlgn="base">
                        <a:lnSpc>
                          <a:spcPct val="100000"/>
                        </a:lnSpc>
                        <a:buFont typeface="Arial" panose="020B0604020202020204" pitchFamily="34" charset="0"/>
                        <a:buChar char="•"/>
                      </a:pPr>
                      <a:r>
                        <a:rPr lang="en-US" sz="800" b="0" i="0">
                          <a:solidFill>
                            <a:srgbClr val="000000"/>
                          </a:solidFill>
                          <a:effectLst/>
                          <a:latin typeface="+mn-lt"/>
                        </a:rPr>
                        <a:t>The application landscape cannot be understood efficiently from a single authoritative functional baseline, affecting vendor quality and delivery speed.​</a:t>
                      </a:r>
                    </a:p>
                  </a:txBody>
                  <a:tcPr marL="51439" marR="51439" marT="25720" marB="25720">
                    <a:lnL w="6350" cap="flat" cmpd="sng" algn="ctr">
                      <a:solidFill>
                        <a:srgbClr val="FFFFF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marR="0" lvl="0" indent="2257" algn="l" rtl="0" fontAlgn="base">
                        <a:lnSpc>
                          <a:spcPct val="100000"/>
                        </a:lnSpc>
                        <a:buFont typeface="Arial" panose="020B0604020202020204" pitchFamily="34" charset="0"/>
                        <a:buChar char="•"/>
                      </a:pPr>
                      <a:r>
                        <a:rPr lang="en-US" sz="800" b="0" i="0" dirty="0">
                          <a:solidFill>
                            <a:srgbClr val="000000"/>
                          </a:solidFill>
                          <a:effectLst/>
                          <a:latin typeface="+mn-lt"/>
                        </a:rPr>
                        <a:t>Documentation is updated, but no comprehensive</a:t>
                      </a:r>
                      <a:r>
                        <a:rPr lang="ja-JP" sz="800" b="0" i="0" dirty="0">
                          <a:solidFill>
                            <a:srgbClr val="000000"/>
                          </a:solidFill>
                          <a:effectLst/>
                          <a:latin typeface="+mn-lt"/>
                          <a:ea typeface="Ubuntu" panose="020B0504030602030204" pitchFamily="34" charset="0"/>
                        </a:rPr>
                        <a:t> </a:t>
                      </a:r>
                      <a:r>
                        <a:rPr lang="en-US" sz="800" b="0" i="0" dirty="0">
                          <a:solidFill>
                            <a:srgbClr val="000000"/>
                          </a:solidFill>
                          <a:effectLst/>
                          <a:latin typeface="+mn-lt"/>
                        </a:rPr>
                        <a:t>master Functional Requirements Document (FRD) exists​</a:t>
                      </a:r>
                    </a:p>
                    <a:p>
                      <a:pPr marL="0" marR="0" lvl="0" indent="2257" algn="l" rtl="0" fontAlgn="base">
                        <a:lnSpc>
                          <a:spcPct val="100000"/>
                        </a:lnSpc>
                        <a:buFont typeface="Arial" panose="020B0604020202020204" pitchFamily="34" charset="0"/>
                        <a:buChar char="•"/>
                      </a:pPr>
                      <a:r>
                        <a:rPr lang="en-US" sz="800" b="0" i="0" dirty="0">
                          <a:solidFill>
                            <a:srgbClr val="000000"/>
                          </a:solidFill>
                          <a:effectLst/>
                          <a:latin typeface="+mn-lt"/>
                        </a:rPr>
                        <a:t>Understanding end-to-end functionality requires reviewing documents covering the full change history​</a:t>
                      </a:r>
                    </a:p>
                  </a:txBody>
                  <a:tcPr marL="51439" marR="51439" marT="25720" marB="2572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marR="0" indent="0" algn="l" rtl="0" fontAlgn="base">
                        <a:lnSpc>
                          <a:spcPct val="100000"/>
                        </a:lnSpc>
                        <a:buNone/>
                      </a:pPr>
                      <a:r>
                        <a:rPr lang="en-US" sz="800" b="0" i="0" dirty="0">
                          <a:solidFill>
                            <a:srgbClr val="000000"/>
                          </a:solidFill>
                          <a:effectLst/>
                          <a:latin typeface="+mn-lt"/>
                        </a:rPr>
                        <a:t>AI-powered Knowledge​</a:t>
                      </a:r>
                    </a:p>
                  </a:txBody>
                  <a:tcPr marL="51439" marR="51439" marT="25720" marB="2572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3560467959"/>
                  </a:ext>
                </a:extLst>
              </a:tr>
              <a:tr h="392767">
                <a:tc>
                  <a:txBody>
                    <a:bodyPr/>
                    <a:lstStyle/>
                    <a:p>
                      <a:pPr marL="0" marR="0" indent="0" algn="l" rtl="0" fontAlgn="base">
                        <a:lnSpc>
                          <a:spcPct val="100000"/>
                        </a:lnSpc>
                        <a:buNone/>
                      </a:pPr>
                      <a:r>
                        <a:rPr lang="en-US" sz="800" b="0" i="0">
                          <a:solidFill>
                            <a:srgbClr val="000000"/>
                          </a:solidFill>
                          <a:effectLst/>
                          <a:latin typeface="+mn-lt"/>
                        </a:rPr>
                        <a:t>10. Operation stability​</a:t>
                      </a:r>
                    </a:p>
                  </a:txBody>
                  <a:tcPr marL="51439" marR="51439" marT="25720" marB="25720">
                    <a:lnL w="6350" cap="flat" cmpd="sng" algn="ctr">
                      <a:solidFill>
                        <a:srgbClr val="BFBFB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DEBF7"/>
                    </a:solidFill>
                  </a:tcPr>
                </a:tc>
                <a:tc>
                  <a:txBody>
                    <a:bodyPr/>
                    <a:lstStyle/>
                    <a:p>
                      <a:pPr marL="0" marR="0" lvl="0" indent="2257" algn="l" rtl="0" fontAlgn="base">
                        <a:lnSpc>
                          <a:spcPct val="100000"/>
                        </a:lnSpc>
                        <a:buFont typeface="Arial" panose="020B0604020202020204" pitchFamily="34" charset="0"/>
                        <a:buChar char="•"/>
                      </a:pPr>
                      <a:r>
                        <a:rPr lang="en-US" sz="800" b="0" i="0">
                          <a:solidFill>
                            <a:srgbClr val="000000"/>
                          </a:solidFill>
                          <a:effectLst/>
                          <a:latin typeface="+mn-lt"/>
                        </a:rPr>
                        <a:t>There is a high volume of P1 incidents. Identifying the source of the failure and making recovery decisions takes a long time​</a:t>
                      </a:r>
                    </a:p>
                  </a:txBody>
                  <a:tcPr marL="51439" marR="51439" marT="25720" marB="25720">
                    <a:lnL w="6350" cap="flat" cmpd="sng" algn="ctr">
                      <a:solidFill>
                        <a:srgbClr val="FFFFF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marR="0" lvl="0" indent="2257" algn="l" rtl="0" fontAlgn="base">
                        <a:lnSpc>
                          <a:spcPct val="100000"/>
                        </a:lnSpc>
                        <a:buFont typeface="Arial" panose="020B0604020202020204" pitchFamily="34" charset="0"/>
                        <a:buChar char="•"/>
                      </a:pPr>
                      <a:r>
                        <a:rPr lang="en-US" sz="800" b="0" i="0">
                          <a:solidFill>
                            <a:srgbClr val="000000"/>
                          </a:solidFill>
                          <a:effectLst/>
                          <a:latin typeface="+mn-lt"/>
                        </a:rPr>
                        <a:t>There is a lack of visibility into where failures occur and which services are affected, leading to delays in decision-making​</a:t>
                      </a:r>
                    </a:p>
                  </a:txBody>
                  <a:tcPr marL="51439" marR="51439" marT="25720" marB="2572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marL="0" marR="0" indent="0" algn="l" rtl="0" fontAlgn="base">
                        <a:lnSpc>
                          <a:spcPct val="100000"/>
                        </a:lnSpc>
                        <a:buNone/>
                      </a:pPr>
                      <a:r>
                        <a:rPr lang="en-US" sz="800" b="0" i="0" dirty="0">
                          <a:solidFill>
                            <a:srgbClr val="000000"/>
                          </a:solidFill>
                          <a:effectLst/>
                          <a:latin typeface="+mn-lt"/>
                        </a:rPr>
                        <a:t>AI-driven </a:t>
                      </a:r>
                      <a:r>
                        <a:rPr lang="en-US" sz="800" b="0" i="0" dirty="0" err="1">
                          <a:solidFill>
                            <a:srgbClr val="000000"/>
                          </a:solidFill>
                          <a:effectLst/>
                          <a:latin typeface="+mn-lt"/>
                        </a:rPr>
                        <a:t>xxxx</a:t>
                      </a:r>
                      <a:r>
                        <a:rPr lang="en-US" sz="800" b="0" i="0" dirty="0">
                          <a:solidFill>
                            <a:srgbClr val="000000"/>
                          </a:solidFill>
                          <a:effectLst/>
                          <a:latin typeface="+mn-lt"/>
                        </a:rPr>
                        <a:t>​</a:t>
                      </a:r>
                    </a:p>
                  </a:txBody>
                  <a:tcPr marL="51439" marR="51439" marT="25720" marB="2572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514727481"/>
                  </a:ext>
                </a:extLst>
              </a:tr>
            </a:tbl>
          </a:graphicData>
        </a:graphic>
      </p:graphicFrame>
    </p:spTree>
    <p:extLst>
      <p:ext uri="{BB962C8B-B14F-4D97-AF65-F5344CB8AC3E}">
        <p14:creationId xmlns:p14="http://schemas.microsoft.com/office/powerpoint/2010/main" val="2853905311"/>
      </p:ext>
    </p:extLst>
  </p:cSld>
  <p:clrMapOvr>
    <a:masterClrMapping/>
  </p:clrMapOvr>
</p:sld>
</file>

<file path=ppt/theme/theme1.xml><?xml version="1.0" encoding="utf-8"?>
<a:theme xmlns:a="http://schemas.openxmlformats.org/drawingml/2006/main" name="Capgemini_Dark_2025">
  <a:themeElements>
    <a:clrScheme name="Capgemini Dark 2026">
      <a:dk1>
        <a:sysClr val="windowText" lastClr="000000"/>
      </a:dk1>
      <a:lt1>
        <a:srgbClr val="FFFFFF"/>
      </a:lt1>
      <a:dk2>
        <a:srgbClr val="121A38"/>
      </a:dk2>
      <a:lt2>
        <a:srgbClr val="FFFFFF"/>
      </a:lt2>
      <a:accent1>
        <a:srgbClr val="0058AB"/>
      </a:accent1>
      <a:accent2>
        <a:srgbClr val="1DB8F2"/>
      </a:accent2>
      <a:accent3>
        <a:srgbClr val="D4D3F1"/>
      </a:accent3>
      <a:accent4>
        <a:srgbClr val="00D5D0"/>
      </a:accent4>
      <a:accent5>
        <a:srgbClr val="FEB100"/>
      </a:accent5>
      <a:accent6>
        <a:srgbClr val="FF816E"/>
      </a:accent6>
      <a:hlink>
        <a:srgbClr val="1DB8F2"/>
      </a:hlink>
      <a:folHlink>
        <a:srgbClr val="77D3F7"/>
      </a:folHlink>
    </a:clrScheme>
    <a:fontScheme name="Capgemini 2024">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w="9525">
          <a:noFill/>
          <a:prstDash val="soli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400" dirty="0" err="1">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bg1">
              <a:lumMod val="65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vert="horz" wrap="square" lIns="90000" tIns="46800" rIns="90000" bIns="46800" rtlCol="0" anchor="ctr">
        <a:spAutoFit/>
      </a:bodyPr>
      <a:lstStyle>
        <a:defPPr algn="l">
          <a:spcBef>
            <a:spcPct val="0"/>
          </a:spcBef>
          <a:defRPr sz="1400" dirty="0" err="1" smtClean="0">
            <a:solidFill>
              <a:schemeClr val="bg1"/>
            </a:solidFill>
          </a:defRPr>
        </a:defPPr>
      </a:lstStyle>
    </a:txDef>
  </a:objectDefaults>
  <a:extraClrSchemeLst/>
  <a:custClrLst>
    <a:custClr name="Turquoise">
      <a:srgbClr val="00D5D0"/>
    </a:custClr>
    <a:custClr name="Yellow">
      <a:srgbClr val="FEB100"/>
    </a:custClr>
    <a:custClr name="Orange">
      <a:srgbClr val="FF816E"/>
    </a:custClr>
    <a:custClr name="Lilac">
      <a:srgbClr val="D4D3F1"/>
    </a:custClr>
    <a:custClr name="Teal">
      <a:srgbClr val="00828E"/>
    </a:custClr>
    <a:custClr name="Terracotta">
      <a:srgbClr val="BE4D00"/>
    </a:custClr>
    <a:custClr name="Deep Red">
      <a:srgbClr val="8F3237"/>
    </a:custClr>
    <a:custClr name="Purple">
      <a:srgbClr val="71609E"/>
    </a:custClr>
  </a:custClrLst>
  <a:extLst>
    <a:ext uri="{05A4C25C-085E-4340-85A3-A5531E510DB2}">
      <thm15:themeFamily xmlns:thm15="http://schemas.microsoft.com/office/thememl/2012/main" name="Capgemini_PPT-template_Master_November-3-2025" id="{B28FD86B-E578-8545-82C4-F462A45D5984}" vid="{AB4B70C9-0EB9-9E4F-B9DD-F7ECF5978BF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76F9B9AA9FDD341B4BEBD17B645EC21" ma:contentTypeVersion="8" ma:contentTypeDescription="Create a new document." ma:contentTypeScope="" ma:versionID="5745af9a74d46f102bb11af60999e8af">
  <xsd:schema xmlns:xsd="http://www.w3.org/2001/XMLSchema" xmlns:xs="http://www.w3.org/2001/XMLSchema" xmlns:p="http://schemas.microsoft.com/office/2006/metadata/properties" xmlns:ns2="a84add37-9773-464e-afdf-4ed72a97b2aa" targetNamespace="http://schemas.microsoft.com/office/2006/metadata/properties" ma:root="true" ma:fieldsID="849244e1f35761c386d289d5fd495158" ns2:_="">
    <xsd:import namespace="a84add37-9773-464e-afdf-4ed72a97b2a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BillingMetadata"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84add37-9773-464e-afdf-4ed72a97b2a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BillingMetadata" ma:index="11" nillable="true" ma:displayName="MediaServiceBillingMetadata" ma:hidden="true" ma:internalName="MediaServiceBillingMetadata"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90A7CEC-D85C-4A18-AA49-11FE70ECC3E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84add37-9773-464e-afdf-4ed72a97b2a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5A9B43E-854F-48ED-A903-7764749D27C0}">
  <ds:schemaRefs>
    <ds:schemaRef ds:uri="http://purl.org/dc/elements/1.1/"/>
    <ds:schemaRef ds:uri="http://schemas.openxmlformats.org/package/2006/metadata/core-properties"/>
    <ds:schemaRef ds:uri="http://schemas.microsoft.com/office/2006/documentManagement/types"/>
    <ds:schemaRef ds:uri="http://purl.org/dc/dcmitype/"/>
    <ds:schemaRef ds:uri="http://schemas.microsoft.com/office/infopath/2007/PartnerControls"/>
    <ds:schemaRef ds:uri="http://purl.org/dc/terms/"/>
    <ds:schemaRef ds:uri="a84add37-9773-464e-afdf-4ed72a97b2aa"/>
    <ds:schemaRef ds:uri="http://schemas.microsoft.com/office/2006/metadata/properties"/>
    <ds:schemaRef ds:uri="http://www.w3.org/XML/1998/namespace"/>
  </ds:schemaRefs>
</ds:datastoreItem>
</file>

<file path=customXml/itemProps3.xml><?xml version="1.0" encoding="utf-8"?>
<ds:datastoreItem xmlns:ds="http://schemas.openxmlformats.org/officeDocument/2006/customXml" ds:itemID="{3892DA5D-F08F-4C64-ACAA-75FC691F54DF}">
  <ds:schemaRefs>
    <ds:schemaRef ds:uri="http://schemas.microsoft.com/sharepoint/v3/contenttype/forms"/>
  </ds:schemaRefs>
</ds:datastoreItem>
</file>

<file path=docMetadata/LabelInfo.xml><?xml version="1.0" encoding="utf-8"?>
<clbl:labelList xmlns:clbl="http://schemas.microsoft.com/office/2020/mipLabelMetadata">
  <clbl:label id="{bb5d96ea-ab39-44a0-a6d6-b6f0aac5958b}" enabled="1" method="Privileged" siteId="{76a2ae5a-9f00-4f6b-95ed-5d33d77c4d61}" removed="0"/>
</clbl:labelList>
</file>

<file path=docProps/app.xml><?xml version="1.0" encoding="utf-8"?>
<Properties xmlns="http://schemas.openxmlformats.org/officeDocument/2006/extended-properties" xmlns:vt="http://schemas.openxmlformats.org/officeDocument/2006/docPropsVTypes">
  <TotalTime>5692</TotalTime>
  <Words>1649</Words>
  <Application>Microsoft Office PowerPoint</Application>
  <PresentationFormat>Widescreen</PresentationFormat>
  <Paragraphs>195</Paragraphs>
  <Slides>4</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vt:i4>
      </vt:variant>
    </vt:vector>
  </HeadingPairs>
  <TitlesOfParts>
    <vt:vector size="12" baseType="lpstr">
      <vt:lpstr>Aptos</vt:lpstr>
      <vt:lpstr>Arial</vt:lpstr>
      <vt:lpstr>System Font Regular</vt:lpstr>
      <vt:lpstr>Ubuntu</vt:lpstr>
      <vt:lpstr>Ubuntu Light</vt:lpstr>
      <vt:lpstr>Ubuntu Medium</vt:lpstr>
      <vt:lpstr>Wingdings</vt:lpstr>
      <vt:lpstr>Capgemini_Dark_2025</vt:lpstr>
      <vt:lpstr>Our Understanding of Mainframe and AS/400 Apps Overview</vt:lpstr>
      <vt:lpstr>A progressive path to legacy (Mainframe, AS400) renewal</vt:lpstr>
      <vt:lpstr>PowerPoint Presentation</vt:lpstr>
      <vt:lpstr>Challenges</vt:lpstr>
    </vt:vector>
  </TitlesOfParts>
  <Company>Capgemini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Optimize Today, Modernize In Place, and Enable Selective Mainframe Exit</dc:title>
  <dc:subject>MetLife Japan mainframe solution themes</dc:subject>
  <dc:creator>Bandaru, Vidisha</dc:creator>
  <cp:lastModifiedBy>Bandaru, Vidisha</cp:lastModifiedBy>
  <cp:revision>3</cp:revision>
  <dcterms:created xsi:type="dcterms:W3CDTF">2026-08-26T07:04:24Z</dcterms:created>
  <dcterms:modified xsi:type="dcterms:W3CDTF">2026-08-30T15:50:08Z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0x010100E76F9B9AA9FDD341B4BEBD17B645EC21</vt:lpwstr>
  </property>
</Properties>
</file>